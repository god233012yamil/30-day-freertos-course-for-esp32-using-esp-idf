
<file path=[Content_Types].xml><?xml version="1.0" encoding="utf-8"?>
<Types xmlns="http://schemas.openxmlformats.org/package/2006/content-types">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2"/>
  </p:notesMasterIdLst>
  <p:sldIdLst>
    <p:sldId id="408" r:id="rId5"/>
    <p:sldId id="424" r:id="rId6"/>
    <p:sldId id="425" r:id="rId7"/>
    <p:sldId id="455" r:id="rId8"/>
    <p:sldId id="463" r:id="rId9"/>
    <p:sldId id="514" r:id="rId10"/>
    <p:sldId id="515" r:id="rId11"/>
    <p:sldId id="516" r:id="rId12"/>
    <p:sldId id="517" r:id="rId13"/>
    <p:sldId id="518" r:id="rId14"/>
    <p:sldId id="519" r:id="rId15"/>
    <p:sldId id="520" r:id="rId16"/>
    <p:sldId id="521" r:id="rId17"/>
    <p:sldId id="522" r:id="rId18"/>
    <p:sldId id="523" r:id="rId19"/>
    <p:sldId id="524" r:id="rId20"/>
    <p:sldId id="525" r:id="rId21"/>
    <p:sldId id="526" r:id="rId22"/>
    <p:sldId id="527" r:id="rId23"/>
    <p:sldId id="528" r:id="rId24"/>
    <p:sldId id="529" r:id="rId25"/>
    <p:sldId id="530" r:id="rId26"/>
    <p:sldId id="531" r:id="rId27"/>
    <p:sldId id="532" r:id="rId28"/>
    <p:sldId id="533" r:id="rId29"/>
    <p:sldId id="534" r:id="rId30"/>
    <p:sldId id="513" r:id="rId31"/>
  </p:sldIdLst>
  <p:sldSz cx="7772400" cy="10058400"/>
  <p:notesSz cx="7315200" cy="7315200"/>
  <p:defaultTextStyle>
    <a:defPPr>
      <a:defRPr lang="en-US"/>
    </a:defPPr>
    <a:lvl1pPr marL="0" algn="l" defTabSz="560818" rtl="0" eaLnBrk="1" latinLnBrk="0" hangingPunct="1">
      <a:defRPr sz="1105" kern="1200">
        <a:solidFill>
          <a:schemeClr val="tx1"/>
        </a:solidFill>
        <a:latin typeface="+mn-lt"/>
        <a:ea typeface="+mn-ea"/>
        <a:cs typeface="+mn-cs"/>
      </a:defRPr>
    </a:lvl1pPr>
    <a:lvl2pPr marL="280411" algn="l" defTabSz="560818" rtl="0" eaLnBrk="1" latinLnBrk="0" hangingPunct="1">
      <a:defRPr sz="1105" kern="1200">
        <a:solidFill>
          <a:schemeClr val="tx1"/>
        </a:solidFill>
        <a:latin typeface="+mn-lt"/>
        <a:ea typeface="+mn-ea"/>
        <a:cs typeface="+mn-cs"/>
      </a:defRPr>
    </a:lvl2pPr>
    <a:lvl3pPr marL="560818" algn="l" defTabSz="560818" rtl="0" eaLnBrk="1" latinLnBrk="0" hangingPunct="1">
      <a:defRPr sz="1105" kern="1200">
        <a:solidFill>
          <a:schemeClr val="tx1"/>
        </a:solidFill>
        <a:latin typeface="+mn-lt"/>
        <a:ea typeface="+mn-ea"/>
        <a:cs typeface="+mn-cs"/>
      </a:defRPr>
    </a:lvl3pPr>
    <a:lvl4pPr marL="841228" algn="l" defTabSz="560818" rtl="0" eaLnBrk="1" latinLnBrk="0" hangingPunct="1">
      <a:defRPr sz="1105" kern="1200">
        <a:solidFill>
          <a:schemeClr val="tx1"/>
        </a:solidFill>
        <a:latin typeface="+mn-lt"/>
        <a:ea typeface="+mn-ea"/>
        <a:cs typeface="+mn-cs"/>
      </a:defRPr>
    </a:lvl4pPr>
    <a:lvl5pPr marL="1121636" algn="l" defTabSz="560818" rtl="0" eaLnBrk="1" latinLnBrk="0" hangingPunct="1">
      <a:defRPr sz="1105" kern="1200">
        <a:solidFill>
          <a:schemeClr val="tx1"/>
        </a:solidFill>
        <a:latin typeface="+mn-lt"/>
        <a:ea typeface="+mn-ea"/>
        <a:cs typeface="+mn-cs"/>
      </a:defRPr>
    </a:lvl5pPr>
    <a:lvl6pPr marL="1402046" algn="l" defTabSz="560818" rtl="0" eaLnBrk="1" latinLnBrk="0" hangingPunct="1">
      <a:defRPr sz="1105" kern="1200">
        <a:solidFill>
          <a:schemeClr val="tx1"/>
        </a:solidFill>
        <a:latin typeface="+mn-lt"/>
        <a:ea typeface="+mn-ea"/>
        <a:cs typeface="+mn-cs"/>
      </a:defRPr>
    </a:lvl6pPr>
    <a:lvl7pPr marL="1682455" algn="l" defTabSz="560818" rtl="0" eaLnBrk="1" latinLnBrk="0" hangingPunct="1">
      <a:defRPr sz="1105" kern="1200">
        <a:solidFill>
          <a:schemeClr val="tx1"/>
        </a:solidFill>
        <a:latin typeface="+mn-lt"/>
        <a:ea typeface="+mn-ea"/>
        <a:cs typeface="+mn-cs"/>
      </a:defRPr>
    </a:lvl7pPr>
    <a:lvl8pPr marL="1962864" algn="l" defTabSz="560818" rtl="0" eaLnBrk="1" latinLnBrk="0" hangingPunct="1">
      <a:defRPr sz="1105" kern="1200">
        <a:solidFill>
          <a:schemeClr val="tx1"/>
        </a:solidFill>
        <a:latin typeface="+mn-lt"/>
        <a:ea typeface="+mn-ea"/>
        <a:cs typeface="+mn-cs"/>
      </a:defRPr>
    </a:lvl8pPr>
    <a:lvl9pPr marL="2243273" algn="l" defTabSz="560818" rtl="0" eaLnBrk="1" latinLnBrk="0" hangingPunct="1">
      <a:defRPr sz="11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60" userDrawn="1">
          <p15:clr>
            <a:srgbClr val="A4A3A4"/>
          </p15:clr>
        </p15:guide>
        <p15:guide id="2" pos="22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1EB"/>
    <a:srgbClr val="1086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93645" autoAdjust="0"/>
  </p:normalViewPr>
  <p:slideViewPr>
    <p:cSldViewPr>
      <p:cViewPr varScale="1">
        <p:scale>
          <a:sx n="70" d="100"/>
          <a:sy n="70" d="100"/>
        </p:scale>
        <p:origin x="2418" y="84"/>
      </p:cViewPr>
      <p:guideLst>
        <p:guide orient="horz" pos="3960"/>
        <p:guide pos="2295"/>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366713"/>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4143375" y="0"/>
            <a:ext cx="3170238" cy="366713"/>
          </a:xfrm>
          <a:prstGeom prst="rect">
            <a:avLst/>
          </a:prstGeom>
        </p:spPr>
        <p:txBody>
          <a:bodyPr vert="horz" lIns="91440" tIns="45720" rIns="91440" bIns="45720" rtlCol="0"/>
          <a:lstStyle>
            <a:lvl1pPr algn="r">
              <a:defRPr sz="1200"/>
            </a:lvl1pPr>
          </a:lstStyle>
          <a:p>
            <a:fld id="{4799A323-F110-4D0F-BEDD-9E330DA19105}" type="datetimeFigureOut">
              <a:rPr lang="en-US" smtClean="0"/>
              <a:t>10/4/2025</a:t>
            </a:fld>
            <a:endParaRPr lang="en-US" dirty="0"/>
          </a:p>
        </p:txBody>
      </p:sp>
      <p:sp>
        <p:nvSpPr>
          <p:cNvPr id="4" name="Slide Image Placeholder 3"/>
          <p:cNvSpPr>
            <a:spLocks noGrp="1" noRot="1" noChangeAspect="1"/>
          </p:cNvSpPr>
          <p:nvPr>
            <p:ph type="sldImg" idx="2"/>
          </p:nvPr>
        </p:nvSpPr>
        <p:spPr>
          <a:xfrm>
            <a:off x="2703513" y="914400"/>
            <a:ext cx="1908175" cy="246856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731838" y="3521075"/>
            <a:ext cx="5851525" cy="28797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488"/>
            <a:ext cx="3170238" cy="36671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375" y="6948488"/>
            <a:ext cx="3170238" cy="366712"/>
          </a:xfrm>
          <a:prstGeom prst="rect">
            <a:avLst/>
          </a:prstGeom>
        </p:spPr>
        <p:txBody>
          <a:bodyPr vert="horz" lIns="91440" tIns="45720" rIns="91440" bIns="45720" rtlCol="0" anchor="b"/>
          <a:lstStyle>
            <a:lvl1pPr algn="r">
              <a:defRPr sz="1200"/>
            </a:lvl1pPr>
          </a:lstStyle>
          <a:p>
            <a:fld id="{85E1AAE1-10B0-4E4E-BDFD-23B2063290E8}" type="slidenum">
              <a:rPr lang="en-US" smtClean="0"/>
              <a:t>‹#›</a:t>
            </a:fld>
            <a:endParaRPr lang="en-US" dirty="0"/>
          </a:p>
        </p:txBody>
      </p:sp>
    </p:spTree>
    <p:extLst>
      <p:ext uri="{BB962C8B-B14F-4D97-AF65-F5344CB8AC3E}">
        <p14:creationId xmlns:p14="http://schemas.microsoft.com/office/powerpoint/2010/main" val="3531154353"/>
      </p:ext>
    </p:extLst>
  </p:cSld>
  <p:clrMap bg1="lt1" tx1="dk1" bg2="lt2" tx2="dk2" accent1="accent1" accent2="accent2" accent3="accent3" accent4="accent4" accent5="accent5" accent6="accent6" hlink="hlink" folHlink="folHlink"/>
  <p:notesStyle>
    <a:lvl1pPr marL="0" algn="l" defTabSz="560818" rtl="0" eaLnBrk="1" latinLnBrk="0" hangingPunct="1">
      <a:defRPr sz="736" kern="1200">
        <a:solidFill>
          <a:schemeClr val="tx1"/>
        </a:solidFill>
        <a:latin typeface="+mn-lt"/>
        <a:ea typeface="+mn-ea"/>
        <a:cs typeface="+mn-cs"/>
      </a:defRPr>
    </a:lvl1pPr>
    <a:lvl2pPr marL="280411" algn="l" defTabSz="560818" rtl="0" eaLnBrk="1" latinLnBrk="0" hangingPunct="1">
      <a:defRPr sz="736" kern="1200">
        <a:solidFill>
          <a:schemeClr val="tx1"/>
        </a:solidFill>
        <a:latin typeface="+mn-lt"/>
        <a:ea typeface="+mn-ea"/>
        <a:cs typeface="+mn-cs"/>
      </a:defRPr>
    </a:lvl2pPr>
    <a:lvl3pPr marL="560818" algn="l" defTabSz="560818" rtl="0" eaLnBrk="1" latinLnBrk="0" hangingPunct="1">
      <a:defRPr sz="736" kern="1200">
        <a:solidFill>
          <a:schemeClr val="tx1"/>
        </a:solidFill>
        <a:latin typeface="+mn-lt"/>
        <a:ea typeface="+mn-ea"/>
        <a:cs typeface="+mn-cs"/>
      </a:defRPr>
    </a:lvl3pPr>
    <a:lvl4pPr marL="841228" algn="l" defTabSz="560818" rtl="0" eaLnBrk="1" latinLnBrk="0" hangingPunct="1">
      <a:defRPr sz="736" kern="1200">
        <a:solidFill>
          <a:schemeClr val="tx1"/>
        </a:solidFill>
        <a:latin typeface="+mn-lt"/>
        <a:ea typeface="+mn-ea"/>
        <a:cs typeface="+mn-cs"/>
      </a:defRPr>
    </a:lvl4pPr>
    <a:lvl5pPr marL="1121636" algn="l" defTabSz="560818" rtl="0" eaLnBrk="1" latinLnBrk="0" hangingPunct="1">
      <a:defRPr sz="736" kern="1200">
        <a:solidFill>
          <a:schemeClr val="tx1"/>
        </a:solidFill>
        <a:latin typeface="+mn-lt"/>
        <a:ea typeface="+mn-ea"/>
        <a:cs typeface="+mn-cs"/>
      </a:defRPr>
    </a:lvl5pPr>
    <a:lvl6pPr marL="1402046" algn="l" defTabSz="560818" rtl="0" eaLnBrk="1" latinLnBrk="0" hangingPunct="1">
      <a:defRPr sz="736" kern="1200">
        <a:solidFill>
          <a:schemeClr val="tx1"/>
        </a:solidFill>
        <a:latin typeface="+mn-lt"/>
        <a:ea typeface="+mn-ea"/>
        <a:cs typeface="+mn-cs"/>
      </a:defRPr>
    </a:lvl6pPr>
    <a:lvl7pPr marL="1682455" algn="l" defTabSz="560818" rtl="0" eaLnBrk="1" latinLnBrk="0" hangingPunct="1">
      <a:defRPr sz="736" kern="1200">
        <a:solidFill>
          <a:schemeClr val="tx1"/>
        </a:solidFill>
        <a:latin typeface="+mn-lt"/>
        <a:ea typeface="+mn-ea"/>
        <a:cs typeface="+mn-cs"/>
      </a:defRPr>
    </a:lvl7pPr>
    <a:lvl8pPr marL="1962864" algn="l" defTabSz="560818" rtl="0" eaLnBrk="1" latinLnBrk="0" hangingPunct="1">
      <a:defRPr sz="736" kern="1200">
        <a:solidFill>
          <a:schemeClr val="tx1"/>
        </a:solidFill>
        <a:latin typeface="+mn-lt"/>
        <a:ea typeface="+mn-ea"/>
        <a:cs typeface="+mn-cs"/>
      </a:defRPr>
    </a:lvl8pPr>
    <a:lvl9pPr marL="2243273" algn="l" defTabSz="560818" rtl="0" eaLnBrk="1" latinLnBrk="0" hangingPunct="1">
      <a:defRPr sz="7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1477328"/>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19"/>
            <a:ext cx="54406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4100426-EED9-4990-B0B8-10F0BFD24F05}" type="datetime1">
              <a:rPr lang="en-US" smtClean="0"/>
              <a:t>10/4/2025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28501" y="3960606"/>
            <a:ext cx="5715411" cy="332720"/>
          </a:xfrm>
        </p:spPr>
        <p:txBody>
          <a:bodyPr lIns="0" tIns="0" rIns="0" bIns="0"/>
          <a:lstStyle>
            <a:lvl1pPr>
              <a:defRPr sz="2162" b="1" i="0">
                <a:solidFill>
                  <a:srgbClr val="0F85EB"/>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C5742E8-8ED4-45EE-A5CF-5C3B5D8AB97D}" type="datetime1">
              <a:rPr lang="en-US" smtClean="0"/>
              <a:t>10/4/2025</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28501" y="3960606"/>
            <a:ext cx="5715411" cy="332720"/>
          </a:xfrm>
        </p:spPr>
        <p:txBody>
          <a:bodyPr lIns="0" tIns="0" rIns="0" bIns="0"/>
          <a:lstStyle>
            <a:lvl1pPr>
              <a:defRPr sz="2162" b="1" i="0">
                <a:solidFill>
                  <a:srgbClr val="0F85EB"/>
                </a:solidFill>
                <a:latin typeface="Arial"/>
                <a:cs typeface="Arial"/>
              </a:defRPr>
            </a:lvl1pPr>
          </a:lstStyle>
          <a:p>
            <a:endParaRPr/>
          </a:p>
        </p:txBody>
      </p:sp>
      <p:sp>
        <p:nvSpPr>
          <p:cNvPr id="3" name="Holder 3"/>
          <p:cNvSpPr>
            <a:spLocks noGrp="1"/>
          </p:cNvSpPr>
          <p:nvPr>
            <p:ph sz="half" idx="2"/>
          </p:nvPr>
        </p:nvSpPr>
        <p:spPr>
          <a:xfrm>
            <a:off x="388621" y="2313448"/>
            <a:ext cx="3380994"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48"/>
            <a:ext cx="3380994"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A570300E-D927-44F2-92C8-987998B5808B}" type="datetime1">
              <a:rPr lang="en-US" smtClean="0"/>
              <a:t>10/4/2025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28501" y="3960606"/>
            <a:ext cx="5715411" cy="332720"/>
          </a:xfrm>
        </p:spPr>
        <p:txBody>
          <a:bodyPr lIns="0" tIns="0" rIns="0" bIns="0"/>
          <a:lstStyle>
            <a:lvl1pPr>
              <a:defRPr sz="2162" b="1" i="0">
                <a:solidFill>
                  <a:srgbClr val="0F85EB"/>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93CAB11-B74D-453B-ACAE-AA2BA9C41D89}" type="datetime1">
              <a:rPr lang="en-US" smtClean="0"/>
              <a:t>10/4/2025</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02963C2D-30B8-4C13-828B-2493FB9A6CBE}" type="datetime1">
              <a:rPr lang="en-US" smtClean="0"/>
              <a:t>10/4/2025</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2289" y="115258"/>
            <a:ext cx="7650974" cy="827750"/>
          </a:xfrm>
          <a:prstGeom prst="rect">
            <a:avLst/>
          </a:prstGeom>
          <a:blipFill>
            <a:blip r:embed="rId7" cstate="print"/>
            <a:stretch>
              <a:fillRect/>
            </a:stretch>
          </a:blipFill>
        </p:spPr>
        <p:txBody>
          <a:bodyPr wrap="square" lIns="0" tIns="0" rIns="0" bIns="0" rtlCol="0"/>
          <a:lstStyle/>
          <a:p>
            <a:endParaRPr sz="406" dirty="0"/>
          </a:p>
        </p:txBody>
      </p:sp>
      <p:sp>
        <p:nvSpPr>
          <p:cNvPr id="2" name="Holder 2"/>
          <p:cNvSpPr>
            <a:spLocks noGrp="1"/>
          </p:cNvSpPr>
          <p:nvPr>
            <p:ph type="title"/>
          </p:nvPr>
        </p:nvSpPr>
        <p:spPr>
          <a:xfrm>
            <a:off x="1028501" y="3960600"/>
            <a:ext cx="5715411" cy="1477328"/>
          </a:xfrm>
          <a:prstGeom prst="rect">
            <a:avLst/>
          </a:prstGeom>
        </p:spPr>
        <p:txBody>
          <a:bodyPr wrap="square" lIns="0" tIns="0" rIns="0" bIns="0">
            <a:spAutoFit/>
          </a:bodyPr>
          <a:lstStyle>
            <a:lvl1pPr>
              <a:defRPr sz="9600" b="1" i="0">
                <a:solidFill>
                  <a:srgbClr val="0F85EB"/>
                </a:solidFill>
                <a:latin typeface="Arial"/>
                <a:cs typeface="Arial"/>
              </a:defRPr>
            </a:lvl1pPr>
          </a:lstStyle>
          <a:p>
            <a:endParaRPr/>
          </a:p>
        </p:txBody>
      </p:sp>
      <p:sp>
        <p:nvSpPr>
          <p:cNvPr id="3" name="Holder 3"/>
          <p:cNvSpPr>
            <a:spLocks noGrp="1"/>
          </p:cNvSpPr>
          <p:nvPr>
            <p:ph type="body" idx="1"/>
          </p:nvPr>
        </p:nvSpPr>
        <p:spPr>
          <a:xfrm>
            <a:off x="388620" y="2313448"/>
            <a:ext cx="699516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22"/>
            <a:ext cx="2487168" cy="170047"/>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388621" y="9354322"/>
            <a:ext cx="1787652" cy="170047"/>
          </a:xfrm>
          <a:prstGeom prst="rect">
            <a:avLst/>
          </a:prstGeom>
        </p:spPr>
        <p:txBody>
          <a:bodyPr wrap="square" lIns="0" tIns="0" rIns="0" bIns="0">
            <a:spAutoFit/>
          </a:bodyPr>
          <a:lstStyle>
            <a:lvl1pPr algn="l">
              <a:defRPr>
                <a:solidFill>
                  <a:schemeClr val="tx1">
                    <a:tint val="75000"/>
                  </a:schemeClr>
                </a:solidFill>
              </a:defRPr>
            </a:lvl1pPr>
          </a:lstStyle>
          <a:p>
            <a:fld id="{CD313CE7-1174-4497-A1E0-7CA3FE9606D8}" type="datetime1">
              <a:rPr lang="en-US" smtClean="0"/>
              <a:t>10/4/2025</a:t>
            </a:fld>
            <a:endParaRPr lang="en-US" dirty="0"/>
          </a:p>
        </p:txBody>
      </p:sp>
      <p:sp>
        <p:nvSpPr>
          <p:cNvPr id="6" name="Holder 6"/>
          <p:cNvSpPr>
            <a:spLocks noGrp="1"/>
          </p:cNvSpPr>
          <p:nvPr>
            <p:ph type="sldNum" sz="quarter" idx="7"/>
          </p:nvPr>
        </p:nvSpPr>
        <p:spPr>
          <a:xfrm>
            <a:off x="5596128" y="9354322"/>
            <a:ext cx="1787652" cy="17004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hf hdr="0" ftr="0" dt="0"/>
  <p:txStyles>
    <p:titleStyle>
      <a:lvl1pPr>
        <a:defRPr>
          <a:latin typeface="+mj-lt"/>
          <a:ea typeface="+mj-ea"/>
          <a:cs typeface="+mj-cs"/>
        </a:defRPr>
      </a:lvl1pPr>
    </p:titleStyle>
    <p:bodyStyle>
      <a:lvl1pPr marL="0">
        <a:defRPr>
          <a:latin typeface="+mn-lt"/>
          <a:ea typeface="+mn-ea"/>
          <a:cs typeface="+mn-cs"/>
        </a:defRPr>
      </a:lvl1pPr>
      <a:lvl2pPr marL="102977">
        <a:defRPr>
          <a:latin typeface="+mn-lt"/>
          <a:ea typeface="+mn-ea"/>
          <a:cs typeface="+mn-cs"/>
        </a:defRPr>
      </a:lvl2pPr>
      <a:lvl3pPr marL="205954">
        <a:defRPr>
          <a:latin typeface="+mn-lt"/>
          <a:ea typeface="+mn-ea"/>
          <a:cs typeface="+mn-cs"/>
        </a:defRPr>
      </a:lvl3pPr>
      <a:lvl4pPr marL="308929">
        <a:defRPr>
          <a:latin typeface="+mn-lt"/>
          <a:ea typeface="+mn-ea"/>
          <a:cs typeface="+mn-cs"/>
        </a:defRPr>
      </a:lvl4pPr>
      <a:lvl5pPr marL="411905">
        <a:defRPr>
          <a:latin typeface="+mn-lt"/>
          <a:ea typeface="+mn-ea"/>
          <a:cs typeface="+mn-cs"/>
        </a:defRPr>
      </a:lvl5pPr>
      <a:lvl6pPr marL="514883">
        <a:defRPr>
          <a:latin typeface="+mn-lt"/>
          <a:ea typeface="+mn-ea"/>
          <a:cs typeface="+mn-cs"/>
        </a:defRPr>
      </a:lvl6pPr>
      <a:lvl7pPr marL="617858">
        <a:defRPr>
          <a:latin typeface="+mn-lt"/>
          <a:ea typeface="+mn-ea"/>
          <a:cs typeface="+mn-cs"/>
        </a:defRPr>
      </a:lvl7pPr>
      <a:lvl8pPr marL="720835">
        <a:defRPr>
          <a:latin typeface="+mn-lt"/>
          <a:ea typeface="+mn-ea"/>
          <a:cs typeface="+mn-cs"/>
        </a:defRPr>
      </a:lvl8pPr>
      <a:lvl9pPr marL="823811">
        <a:defRPr>
          <a:latin typeface="+mn-lt"/>
          <a:ea typeface="+mn-ea"/>
          <a:cs typeface="+mn-cs"/>
        </a:defRPr>
      </a:lvl9pPr>
    </p:bodyStyle>
    <p:otherStyle>
      <a:lvl1pPr marL="0">
        <a:defRPr>
          <a:latin typeface="+mn-lt"/>
          <a:ea typeface="+mn-ea"/>
          <a:cs typeface="+mn-cs"/>
        </a:defRPr>
      </a:lvl1pPr>
      <a:lvl2pPr marL="102977">
        <a:defRPr>
          <a:latin typeface="+mn-lt"/>
          <a:ea typeface="+mn-ea"/>
          <a:cs typeface="+mn-cs"/>
        </a:defRPr>
      </a:lvl2pPr>
      <a:lvl3pPr marL="205954">
        <a:defRPr>
          <a:latin typeface="+mn-lt"/>
          <a:ea typeface="+mn-ea"/>
          <a:cs typeface="+mn-cs"/>
        </a:defRPr>
      </a:lvl3pPr>
      <a:lvl4pPr marL="308929">
        <a:defRPr>
          <a:latin typeface="+mn-lt"/>
          <a:ea typeface="+mn-ea"/>
          <a:cs typeface="+mn-cs"/>
        </a:defRPr>
      </a:lvl4pPr>
      <a:lvl5pPr marL="411905">
        <a:defRPr>
          <a:latin typeface="+mn-lt"/>
          <a:ea typeface="+mn-ea"/>
          <a:cs typeface="+mn-cs"/>
        </a:defRPr>
      </a:lvl5pPr>
      <a:lvl6pPr marL="514883">
        <a:defRPr>
          <a:latin typeface="+mn-lt"/>
          <a:ea typeface="+mn-ea"/>
          <a:cs typeface="+mn-cs"/>
        </a:defRPr>
      </a:lvl6pPr>
      <a:lvl7pPr marL="617858">
        <a:defRPr>
          <a:latin typeface="+mn-lt"/>
          <a:ea typeface="+mn-ea"/>
          <a:cs typeface="+mn-cs"/>
        </a:defRPr>
      </a:lvl7pPr>
      <a:lvl8pPr marL="720835">
        <a:defRPr>
          <a:latin typeface="+mn-lt"/>
          <a:ea typeface="+mn-ea"/>
          <a:cs typeface="+mn-cs"/>
        </a:defRPr>
      </a:lvl8pPr>
      <a:lvl9pPr marL="82381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image" Target="../media/image5.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5.xml"/><Relationship Id="rId5" Type="http://schemas.openxmlformats.org/officeDocument/2006/relationships/hyperlink" Target="https://github.com/god233012yamil" TargetMode="External"/><Relationship Id="rId4" Type="http://schemas.openxmlformats.org/officeDocument/2006/relationships/hyperlink" Target="https://www.linkedin.com/in/yamil-garcia"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linkedin.com/in/yamil-garcia" TargetMode="External"/><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hyperlink" Target="https://github.com/god233012yami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1FA3A9-B138-A96E-9170-5A111F365675}"/>
            </a:ext>
          </a:extLst>
        </p:cNvPr>
        <p:cNvGrpSpPr/>
        <p:nvPr/>
      </p:nvGrpSpPr>
      <p:grpSpPr>
        <a:xfrm>
          <a:off x="0" y="0"/>
          <a:ext cx="0" cy="0"/>
          <a:chOff x="0" y="0"/>
          <a:chExt cx="0" cy="0"/>
        </a:xfrm>
      </p:grpSpPr>
      <p:sp>
        <p:nvSpPr>
          <p:cNvPr id="33" name="Freeform: Shape 32">
            <a:extLst>
              <a:ext uri="{FF2B5EF4-FFF2-40B4-BE49-F238E27FC236}">
                <a16:creationId xmlns:a16="http://schemas.microsoft.com/office/drawing/2014/main" id="{67EAD1A6-CBB8-AFB4-8520-47FABBA04D2B}"/>
              </a:ext>
            </a:extLst>
          </p:cNvPr>
          <p:cNvSpPr/>
          <p:nvPr/>
        </p:nvSpPr>
        <p:spPr>
          <a:xfrm rot="5400000">
            <a:off x="6574541"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5F9C3D11-C730-B99B-1129-5EDF19F09180}"/>
              </a:ext>
            </a:extLst>
          </p:cNvPr>
          <p:cNvGrpSpPr/>
          <p:nvPr/>
        </p:nvGrpSpPr>
        <p:grpSpPr>
          <a:xfrm>
            <a:off x="0" y="76200"/>
            <a:ext cx="7772400" cy="5524857"/>
            <a:chOff x="0" y="76200"/>
            <a:chExt cx="7772400" cy="5524857"/>
          </a:xfrm>
        </p:grpSpPr>
        <p:sp>
          <p:nvSpPr>
            <p:cNvPr id="5" name="TextBox 4">
              <a:extLst>
                <a:ext uri="{FF2B5EF4-FFF2-40B4-BE49-F238E27FC236}">
                  <a16:creationId xmlns:a16="http://schemas.microsoft.com/office/drawing/2014/main" id="{FE73671D-C4CF-A368-B68F-730B0ED18A62}"/>
                </a:ext>
              </a:extLst>
            </p:cNvPr>
            <p:cNvSpPr txBox="1"/>
            <p:nvPr/>
          </p:nvSpPr>
          <p:spPr>
            <a:xfrm>
              <a:off x="0" y="76200"/>
              <a:ext cx="7772400" cy="3139321"/>
            </a:xfrm>
            <a:prstGeom prst="rect">
              <a:avLst/>
            </a:prstGeom>
            <a:noFill/>
          </p:spPr>
          <p:txBody>
            <a:bodyPr wrap="square" rtlCol="0">
              <a:spAutoFit/>
            </a:bodyPr>
            <a:lstStyle/>
            <a:p>
              <a:pPr algn="ctr"/>
              <a:r>
                <a:rPr lang="en-US" sz="6600" b="1" spc="185" dirty="0">
                  <a:solidFill>
                    <a:srgbClr val="0F71EB"/>
                  </a:solidFill>
                  <a:latin typeface="Tenorite (Body)"/>
                  <a:cs typeface="Arial" panose="020B0604020202020204" pitchFamily="34" charset="0"/>
                </a:rPr>
                <a:t>30-Day </a:t>
              </a:r>
              <a:r>
                <a:rPr lang="en-US" sz="6600" b="1" spc="185" dirty="0" err="1">
                  <a:solidFill>
                    <a:srgbClr val="0F71EB"/>
                  </a:solidFill>
                  <a:latin typeface="Tenorite (Body)"/>
                  <a:cs typeface="Arial" panose="020B0604020202020204" pitchFamily="34" charset="0"/>
                </a:rPr>
                <a:t>FreeRTOS</a:t>
              </a:r>
              <a:r>
                <a:rPr lang="en-US" sz="6600" b="1" spc="185" dirty="0">
                  <a:solidFill>
                    <a:srgbClr val="0F71EB"/>
                  </a:solidFill>
                  <a:latin typeface="Tenorite (Body)"/>
                  <a:cs typeface="Arial" panose="020B0604020202020204" pitchFamily="34" charset="0"/>
                </a:rPr>
                <a:t> Course for ESP32 Using ESP-IDF</a:t>
              </a:r>
            </a:p>
          </p:txBody>
        </p:sp>
        <p:sp>
          <p:nvSpPr>
            <p:cNvPr id="2" name="TextBox 1">
              <a:extLst>
                <a:ext uri="{FF2B5EF4-FFF2-40B4-BE49-F238E27FC236}">
                  <a16:creationId xmlns:a16="http://schemas.microsoft.com/office/drawing/2014/main" id="{2A8147F1-FAC8-4035-0F20-AA71ACD7420E}"/>
                </a:ext>
              </a:extLst>
            </p:cNvPr>
            <p:cNvSpPr txBox="1"/>
            <p:nvPr/>
          </p:nvSpPr>
          <p:spPr>
            <a:xfrm>
              <a:off x="0" y="3200400"/>
              <a:ext cx="7772400" cy="2400657"/>
            </a:xfrm>
            <a:prstGeom prst="rect">
              <a:avLst/>
            </a:prstGeom>
            <a:noFill/>
          </p:spPr>
          <p:txBody>
            <a:bodyPr wrap="square" rtlCol="0">
              <a:spAutoFit/>
            </a:bodyPr>
            <a:lstStyle/>
            <a:p>
              <a:pPr algn="ctr"/>
              <a:r>
                <a:rPr lang="en-US" sz="5000" b="1" spc="185" dirty="0">
                  <a:latin typeface="Tenorite (Body)"/>
                  <a:cs typeface="Arial" panose="020B0604020202020204" pitchFamily="34" charset="0"/>
                </a:rPr>
                <a:t>(Day 28) </a:t>
              </a:r>
            </a:p>
            <a:p>
              <a:pPr algn="ctr"/>
              <a:r>
                <a:rPr lang="en-US" sz="5000" b="1" spc="185" dirty="0">
                  <a:latin typeface="Tenorite (Body)"/>
                  <a:cs typeface="Arial" panose="020B0604020202020204" pitchFamily="34" charset="0"/>
                </a:rPr>
                <a:t>“Real-Time Performance Optimizations”</a:t>
              </a:r>
            </a:p>
          </p:txBody>
        </p:sp>
      </p:grpSp>
      <p:pic>
        <p:nvPicPr>
          <p:cNvPr id="3" name="mystic-dreampopelectronicupbeat-262892">
            <a:hlinkClick r:id="" action="ppaction://media"/>
            <a:extLst>
              <a:ext uri="{FF2B5EF4-FFF2-40B4-BE49-F238E27FC236}">
                <a16:creationId xmlns:a16="http://schemas.microsoft.com/office/drawing/2014/main" id="{9DF7A847-3074-D780-E719-FEAACD8B8F4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8306" y="11172229"/>
            <a:ext cx="609600" cy="609600"/>
          </a:xfrm>
          <a:prstGeom prst="rect">
            <a:avLst/>
          </a:prstGeom>
        </p:spPr>
      </p:pic>
      <p:sp>
        <p:nvSpPr>
          <p:cNvPr id="32" name="Freeform: Shape 31">
            <a:extLst>
              <a:ext uri="{FF2B5EF4-FFF2-40B4-BE49-F238E27FC236}">
                <a16:creationId xmlns:a16="http://schemas.microsoft.com/office/drawing/2014/main" id="{2157EA2D-A1E9-5812-7C49-2BDC6CD57EF9}"/>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Picture 10" descr="A green and white logo&#10;&#10;AI-generated content may be incorrect.">
            <a:extLst>
              <a:ext uri="{FF2B5EF4-FFF2-40B4-BE49-F238E27FC236}">
                <a16:creationId xmlns:a16="http://schemas.microsoft.com/office/drawing/2014/main" id="{C96A744A-FC48-CBD6-B11D-2EB0C476DA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2509" y="5943600"/>
            <a:ext cx="7307382" cy="2571117"/>
          </a:xfrm>
          <a:prstGeom prst="rect">
            <a:avLst/>
          </a:prstGeom>
        </p:spPr>
      </p:pic>
      <p:pic>
        <p:nvPicPr>
          <p:cNvPr id="13" name="Picture 12" descr="A small white electronic device&#10;&#10;AI-generated content may be incorrect.">
            <a:extLst>
              <a:ext uri="{FF2B5EF4-FFF2-40B4-BE49-F238E27FC236}">
                <a16:creationId xmlns:a16="http://schemas.microsoft.com/office/drawing/2014/main" id="{EB959AE5-854D-CBBC-CC44-B77631526C9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09800" y="7620000"/>
            <a:ext cx="3613136" cy="2382671"/>
          </a:xfrm>
          <a:prstGeom prst="rect">
            <a:avLst/>
          </a:prstGeom>
          <a:effectLst/>
        </p:spPr>
      </p:pic>
      <p:sp>
        <p:nvSpPr>
          <p:cNvPr id="4" name="Rectangle: Rounded Corners 3">
            <a:extLst>
              <a:ext uri="{FF2B5EF4-FFF2-40B4-BE49-F238E27FC236}">
                <a16:creationId xmlns:a16="http://schemas.microsoft.com/office/drawing/2014/main" id="{40E117C9-25B0-8F35-749E-36F86F20017F}"/>
              </a:ext>
            </a:extLst>
          </p:cNvPr>
          <p:cNvSpPr/>
          <p:nvPr/>
        </p:nvSpPr>
        <p:spPr>
          <a:xfrm>
            <a:off x="283464" y="-1066800"/>
            <a:ext cx="7205472"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Table of Contents</a:t>
            </a:r>
          </a:p>
        </p:txBody>
      </p:sp>
    </p:spTree>
    <p:extLst>
      <p:ext uri="{BB962C8B-B14F-4D97-AF65-F5344CB8AC3E}">
        <p14:creationId xmlns:p14="http://schemas.microsoft.com/office/powerpoint/2010/main" val="3309763255"/>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repeatCount="indefinite"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DD0E06E-8FA5-E9F7-1276-4A9181393B14}"/>
            </a:ext>
          </a:extLst>
        </p:cNvPr>
        <p:cNvGrpSpPr/>
        <p:nvPr/>
      </p:nvGrpSpPr>
      <p:grpSpPr>
        <a:xfrm>
          <a:off x="0" y="0"/>
          <a:ext cx="0" cy="0"/>
          <a:chOff x="0" y="0"/>
          <a:chExt cx="0" cy="0"/>
        </a:xfrm>
      </p:grpSpPr>
      <p:sp>
        <p:nvSpPr>
          <p:cNvPr id="32" name="Freeform: Shape 31">
            <a:extLst>
              <a:ext uri="{FF2B5EF4-FFF2-40B4-BE49-F238E27FC236}">
                <a16:creationId xmlns:a16="http://schemas.microsoft.com/office/drawing/2014/main" id="{27BA4A78-F729-9678-12E6-F02B662AAAD6}"/>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679FB7F3-C035-469D-75FB-F77A24EDDDBE}"/>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9" name="Picture 8" descr="A green and white logo&#10;&#10;AI-generated content may be incorrect.">
            <a:extLst>
              <a:ext uri="{FF2B5EF4-FFF2-40B4-BE49-F238E27FC236}">
                <a16:creationId xmlns:a16="http://schemas.microsoft.com/office/drawing/2014/main" id="{3C1A6D07-CA2A-CED4-F647-D15FEFCB3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10820400"/>
            <a:ext cx="7307382" cy="2571117"/>
          </a:xfrm>
          <a:prstGeom prst="rect">
            <a:avLst/>
          </a:prstGeom>
        </p:spPr>
      </p:pic>
      <p:pic>
        <p:nvPicPr>
          <p:cNvPr id="10" name="Picture 9" descr="A small white electronic device&#10;&#10;AI-generated content may be incorrect.">
            <a:extLst>
              <a:ext uri="{FF2B5EF4-FFF2-40B4-BE49-F238E27FC236}">
                <a16:creationId xmlns:a16="http://schemas.microsoft.com/office/drawing/2014/main" id="{4EA5059C-A944-D805-0DC8-9E83E308B6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37432" y="11201400"/>
            <a:ext cx="3613136" cy="2382671"/>
          </a:xfrm>
          <a:prstGeom prst="rect">
            <a:avLst/>
          </a:prstGeom>
          <a:effectLst/>
        </p:spPr>
      </p:pic>
      <p:sp>
        <p:nvSpPr>
          <p:cNvPr id="11" name="Rectangle: Rounded Corners 10">
            <a:extLst>
              <a:ext uri="{FF2B5EF4-FFF2-40B4-BE49-F238E27FC236}">
                <a16:creationId xmlns:a16="http://schemas.microsoft.com/office/drawing/2014/main" id="{8C84CDF4-DCCA-9403-0087-C897D830A596}"/>
              </a:ext>
            </a:extLst>
          </p:cNvPr>
          <p:cNvSpPr/>
          <p:nvPr/>
        </p:nvSpPr>
        <p:spPr>
          <a:xfrm>
            <a:off x="283464" y="4572000"/>
            <a:ext cx="7205472"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Table of Contents</a:t>
            </a:r>
          </a:p>
        </p:txBody>
      </p:sp>
      <p:grpSp>
        <p:nvGrpSpPr>
          <p:cNvPr id="3" name="Group 2">
            <a:extLst>
              <a:ext uri="{FF2B5EF4-FFF2-40B4-BE49-F238E27FC236}">
                <a16:creationId xmlns:a16="http://schemas.microsoft.com/office/drawing/2014/main" id="{950F1365-F671-7D3A-2AD1-DFF09359E8A5}"/>
              </a:ext>
            </a:extLst>
          </p:cNvPr>
          <p:cNvGrpSpPr/>
          <p:nvPr/>
        </p:nvGrpSpPr>
        <p:grpSpPr>
          <a:xfrm rot="16200000">
            <a:off x="7867829" y="2266772"/>
            <a:ext cx="7772400" cy="5524857"/>
            <a:chOff x="0" y="76200"/>
            <a:chExt cx="7772400" cy="5524857"/>
          </a:xfrm>
        </p:grpSpPr>
        <p:sp>
          <p:nvSpPr>
            <p:cNvPr id="6" name="TextBox 5">
              <a:extLst>
                <a:ext uri="{FF2B5EF4-FFF2-40B4-BE49-F238E27FC236}">
                  <a16:creationId xmlns:a16="http://schemas.microsoft.com/office/drawing/2014/main" id="{D487A108-0B69-5315-E0F7-EE587DEAA692}"/>
                </a:ext>
              </a:extLst>
            </p:cNvPr>
            <p:cNvSpPr txBox="1"/>
            <p:nvPr/>
          </p:nvSpPr>
          <p:spPr>
            <a:xfrm>
              <a:off x="0" y="76200"/>
              <a:ext cx="7772400" cy="3139321"/>
            </a:xfrm>
            <a:prstGeom prst="rect">
              <a:avLst/>
            </a:prstGeom>
            <a:noFill/>
          </p:spPr>
          <p:txBody>
            <a:bodyPr wrap="square" rtlCol="0">
              <a:spAutoFit/>
            </a:bodyPr>
            <a:lstStyle/>
            <a:p>
              <a:pPr algn="ctr"/>
              <a:r>
                <a:rPr lang="en-US" sz="6600" b="1" spc="185" dirty="0">
                  <a:solidFill>
                    <a:srgbClr val="0F71EB"/>
                  </a:solidFill>
                  <a:latin typeface="Tenorite (Body)"/>
                  <a:cs typeface="Arial" panose="020B0604020202020204" pitchFamily="34" charset="0"/>
                </a:rPr>
                <a:t>30-Day </a:t>
              </a:r>
              <a:r>
                <a:rPr lang="en-US" sz="6600" b="1" spc="185" dirty="0" err="1">
                  <a:solidFill>
                    <a:srgbClr val="0F71EB"/>
                  </a:solidFill>
                  <a:latin typeface="Tenorite (Body)"/>
                  <a:cs typeface="Arial" panose="020B0604020202020204" pitchFamily="34" charset="0"/>
                </a:rPr>
                <a:t>FreeRTOS</a:t>
              </a:r>
              <a:r>
                <a:rPr lang="en-US" sz="6600" b="1" spc="185" dirty="0">
                  <a:solidFill>
                    <a:srgbClr val="0F71EB"/>
                  </a:solidFill>
                  <a:latin typeface="Tenorite (Body)"/>
                  <a:cs typeface="Arial" panose="020B0604020202020204" pitchFamily="34" charset="0"/>
                </a:rPr>
                <a:t> Course for ESP32 Using ESP-IDF</a:t>
              </a:r>
            </a:p>
          </p:txBody>
        </p:sp>
        <p:sp>
          <p:nvSpPr>
            <p:cNvPr id="7" name="TextBox 6">
              <a:extLst>
                <a:ext uri="{FF2B5EF4-FFF2-40B4-BE49-F238E27FC236}">
                  <a16:creationId xmlns:a16="http://schemas.microsoft.com/office/drawing/2014/main" id="{6AB37BBC-A219-CDE2-E2B8-9084E52CDEED}"/>
                </a:ext>
              </a:extLst>
            </p:cNvPr>
            <p:cNvSpPr txBox="1"/>
            <p:nvPr/>
          </p:nvSpPr>
          <p:spPr>
            <a:xfrm>
              <a:off x="0" y="3200400"/>
              <a:ext cx="7772400" cy="2400657"/>
            </a:xfrm>
            <a:prstGeom prst="rect">
              <a:avLst/>
            </a:prstGeom>
            <a:noFill/>
          </p:spPr>
          <p:txBody>
            <a:bodyPr wrap="square" rtlCol="0">
              <a:spAutoFit/>
            </a:bodyPr>
            <a:lstStyle/>
            <a:p>
              <a:pPr algn="ctr"/>
              <a:r>
                <a:rPr lang="en-US" sz="5000" b="1" spc="185" dirty="0">
                  <a:latin typeface="Tenorite (Body)"/>
                  <a:cs typeface="Arial" panose="020B0604020202020204" pitchFamily="34" charset="0"/>
                </a:rPr>
                <a:t>(Day 28) </a:t>
              </a:r>
            </a:p>
            <a:p>
              <a:pPr algn="ctr"/>
              <a:r>
                <a:rPr lang="en-US" sz="5000" b="1" spc="185" dirty="0">
                  <a:latin typeface="Tenorite (Body)"/>
                  <a:cs typeface="Arial" panose="020B0604020202020204" pitchFamily="34" charset="0"/>
                </a:rPr>
                <a:t>“Real-Time Performance Optimizations”</a:t>
              </a:r>
            </a:p>
          </p:txBody>
        </p:sp>
      </p:grpSp>
    </p:spTree>
    <p:extLst>
      <p:ext uri="{BB962C8B-B14F-4D97-AF65-F5344CB8AC3E}">
        <p14:creationId xmlns:p14="http://schemas.microsoft.com/office/powerpoint/2010/main" val="1037774047"/>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7E8732C-84C2-1E66-18FE-06518BF744BF}"/>
            </a:ext>
          </a:extLst>
        </p:cNvPr>
        <p:cNvGrpSpPr/>
        <p:nvPr/>
      </p:nvGrpSpPr>
      <p:grpSpPr>
        <a:xfrm>
          <a:off x="0" y="0"/>
          <a:ext cx="0" cy="0"/>
          <a:chOff x="0" y="0"/>
          <a:chExt cx="0" cy="0"/>
        </a:xfrm>
      </p:grpSpPr>
      <p:sp>
        <p:nvSpPr>
          <p:cNvPr id="32" name="Freeform: Shape 31">
            <a:extLst>
              <a:ext uri="{FF2B5EF4-FFF2-40B4-BE49-F238E27FC236}">
                <a16:creationId xmlns:a16="http://schemas.microsoft.com/office/drawing/2014/main" id="{C2867F1D-784C-7B1E-1657-45DA26FE3481}"/>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1F04D231-4460-9022-1A31-03639AB94B48}"/>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Rectangle 2">
            <a:extLst>
              <a:ext uri="{FF2B5EF4-FFF2-40B4-BE49-F238E27FC236}">
                <a16:creationId xmlns:a16="http://schemas.microsoft.com/office/drawing/2014/main" id="{BA63997D-1DDC-59F3-9357-EA6EE4703AB4}"/>
              </a:ext>
            </a:extLst>
          </p:cNvPr>
          <p:cNvSpPr/>
          <p:nvPr/>
        </p:nvSpPr>
        <p:spPr>
          <a:xfrm>
            <a:off x="0" y="9372600"/>
            <a:ext cx="7772401" cy="685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spc="185" dirty="0">
              <a:solidFill>
                <a:srgbClr val="0F71EB"/>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B5B3FD7-A004-9166-A44F-5D4B1F496A8B}"/>
              </a:ext>
            </a:extLst>
          </p:cNvPr>
          <p:cNvSpPr txBox="1"/>
          <p:nvPr/>
        </p:nvSpPr>
        <p:spPr>
          <a:xfrm>
            <a:off x="91440" y="822960"/>
            <a:ext cx="7589520" cy="6740307"/>
          </a:xfrm>
          <a:prstGeom prst="rect">
            <a:avLst/>
          </a:prstGeom>
          <a:noFill/>
        </p:spPr>
        <p:txBody>
          <a:bodyPr wrap="square" rtlCol="0">
            <a:spAutoFit/>
          </a:bodyPr>
          <a:lstStyle/>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Overview</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Why Performance Optimization Matters</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Common Performance Bottlenecks</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Optimization Techniques</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Profiling and Measurement</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Example – Optimizing Task Performance</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Best Practices</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Summary</a:t>
            </a:r>
          </a:p>
          <a:p>
            <a:pPr marL="514350" indent="-514350">
              <a:spcBef>
                <a:spcPts val="600"/>
              </a:spcBef>
              <a:spcAft>
                <a:spcPts val="600"/>
              </a:spcAft>
              <a:buFont typeface="+mj-lt"/>
              <a:buAutoNum type="arabicPeriod"/>
            </a:pPr>
            <a:r>
              <a:rPr lang="en-US" sz="3200" spc="185" dirty="0">
                <a:latin typeface="Tenorite (Body)"/>
                <a:cs typeface="Arial" panose="020B0604020202020204" pitchFamily="34" charset="0"/>
              </a:rPr>
              <a:t>Challenge for Today</a:t>
            </a:r>
          </a:p>
        </p:txBody>
      </p:sp>
      <p:sp>
        <p:nvSpPr>
          <p:cNvPr id="5" name="Rectangle: Rounded Corners 4">
            <a:extLst>
              <a:ext uri="{FF2B5EF4-FFF2-40B4-BE49-F238E27FC236}">
                <a16:creationId xmlns:a16="http://schemas.microsoft.com/office/drawing/2014/main" id="{7C74B85A-812C-8891-E142-EC3EDC2FF389}"/>
              </a:ext>
            </a:extLst>
          </p:cNvPr>
          <p:cNvSpPr/>
          <p:nvPr/>
        </p:nvSpPr>
        <p:spPr>
          <a:xfrm>
            <a:off x="0" y="91440"/>
            <a:ext cx="7772400" cy="822960"/>
          </a:xfrm>
          <a:prstGeom prst="roundRect">
            <a:avLst>
              <a:gd name="adj" fmla="val 4983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latin typeface="Tenorite (Body)"/>
                <a:cs typeface="Arial" panose="020B0604020202020204" pitchFamily="34" charset="0"/>
              </a:rPr>
              <a:t>Table of Contents</a:t>
            </a:r>
          </a:p>
        </p:txBody>
      </p:sp>
      <p:sp>
        <p:nvSpPr>
          <p:cNvPr id="6" name="Rectangle: Rounded Corners 5">
            <a:extLst>
              <a:ext uri="{FF2B5EF4-FFF2-40B4-BE49-F238E27FC236}">
                <a16:creationId xmlns:a16="http://schemas.microsoft.com/office/drawing/2014/main" id="{69C3C3EF-3D1A-1B6E-FCAE-F5D62968CB4F}"/>
              </a:ext>
            </a:extLst>
          </p:cNvPr>
          <p:cNvSpPr/>
          <p:nvPr/>
        </p:nvSpPr>
        <p:spPr>
          <a:xfrm>
            <a:off x="285750" y="-10668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Overview</a:t>
            </a:r>
          </a:p>
        </p:txBody>
      </p:sp>
    </p:spTree>
    <p:extLst>
      <p:ext uri="{BB962C8B-B14F-4D97-AF65-F5344CB8AC3E}">
        <p14:creationId xmlns:p14="http://schemas.microsoft.com/office/powerpoint/2010/main" val="1536508902"/>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A1DB30-1893-1821-B20C-D7D724EED3D0}"/>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046143CD-89CA-F905-992E-07EC6C2C7DE9}"/>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D72FA72B-A7C2-F09F-B7F9-F280AD2AE256}"/>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CC2537DE-C09D-6F15-E257-A38F1AE5CE9A}"/>
              </a:ext>
            </a:extLst>
          </p:cNvPr>
          <p:cNvSpPr/>
          <p:nvPr/>
        </p:nvSpPr>
        <p:spPr>
          <a:xfrm>
            <a:off x="285750" y="45720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Overview</a:t>
            </a:r>
          </a:p>
        </p:txBody>
      </p:sp>
    </p:spTree>
    <p:extLst>
      <p:ext uri="{BB962C8B-B14F-4D97-AF65-F5344CB8AC3E}">
        <p14:creationId xmlns:p14="http://schemas.microsoft.com/office/powerpoint/2010/main" val="5193446"/>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B783DDE-777F-CCCD-4572-8E68E00D0C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DA49AB3-51AA-9055-A7DF-631A24480FBE}"/>
              </a:ext>
            </a:extLst>
          </p:cNvPr>
          <p:cNvSpPr txBox="1"/>
          <p:nvPr/>
        </p:nvSpPr>
        <p:spPr>
          <a:xfrm>
            <a:off x="91440" y="548640"/>
            <a:ext cx="7589520" cy="9447843"/>
          </a:xfrm>
          <a:prstGeom prst="rect">
            <a:avLst/>
          </a:prstGeom>
          <a:noFill/>
        </p:spPr>
        <p:txBody>
          <a:bodyPr wrap="square" rtlCol="0">
            <a:spAutoFit/>
          </a:bodyPr>
          <a:lstStyle/>
          <a:p>
            <a:pPr eaLnBrk="0" fontAlgn="base" hangingPunct="0">
              <a:lnSpc>
                <a:spcPct val="150000"/>
              </a:lnSpc>
              <a:spcAft>
                <a:spcPct val="0"/>
              </a:spcAft>
            </a:pPr>
            <a:r>
              <a:rPr lang="en-US" sz="2400" dirty="0">
                <a:latin typeface="Tenorite (Body)"/>
                <a:cs typeface="Arial" panose="020B0604020202020204" pitchFamily="34" charset="0"/>
              </a:rPr>
              <a:t>On </a:t>
            </a:r>
            <a:r>
              <a:rPr lang="en-US" sz="2400" b="1" dirty="0">
                <a:latin typeface="Tenorite (Body)"/>
                <a:cs typeface="Arial" panose="020B0604020202020204" pitchFamily="34" charset="0"/>
              </a:rPr>
              <a:t>Day 28</a:t>
            </a:r>
            <a:r>
              <a:rPr lang="en-US" sz="2400" dirty="0">
                <a:latin typeface="Tenorite (Body)"/>
                <a:cs typeface="Arial" panose="020B0604020202020204" pitchFamily="34" charset="0"/>
              </a:rPr>
              <a:t>, you’ll learn:</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Why performance optimization matters in real-time systems</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Key sources of performance issues in </a:t>
            </a:r>
            <a:r>
              <a:rPr lang="en-US" sz="2400" dirty="0" err="1">
                <a:latin typeface="Tenorite (Body)"/>
                <a:cs typeface="Arial" panose="020B0604020202020204" pitchFamily="34" charset="0"/>
              </a:rPr>
              <a:t>FreeRTOS</a:t>
            </a:r>
            <a:r>
              <a:rPr lang="en-US" sz="2400" dirty="0">
                <a:latin typeface="Tenorite (Body)"/>
                <a:cs typeface="Arial" panose="020B0604020202020204" pitchFamily="34" charset="0"/>
              </a:rPr>
              <a:t> applications</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Techniques for </a:t>
            </a:r>
            <a:r>
              <a:rPr lang="en-US" sz="2400" b="1" dirty="0">
                <a:latin typeface="Tenorite (Body)"/>
                <a:cs typeface="Arial" panose="020B0604020202020204" pitchFamily="34" charset="0"/>
              </a:rPr>
              <a:t>reducing task latency and jitter</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How to optimize </a:t>
            </a:r>
            <a:r>
              <a:rPr lang="en-US" sz="2400" b="1" dirty="0">
                <a:latin typeface="Tenorite (Body)"/>
                <a:cs typeface="Arial" panose="020B0604020202020204" pitchFamily="34" charset="0"/>
              </a:rPr>
              <a:t>task priorities, context switches, and synchronization</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Profiling tools and methods for measuring performance in ESP32</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A practical example of performance tuning with tasks and queues</a:t>
            </a:r>
          </a:p>
          <a:p>
            <a:pPr marL="457200" indent="-457200" eaLnBrk="0" fontAlgn="base" hangingPunct="0">
              <a:lnSpc>
                <a:spcPct val="150000"/>
              </a:lnSpc>
              <a:spcAft>
                <a:spcPct val="0"/>
              </a:spcAft>
              <a:buFont typeface="Arial" panose="020B0604020202020204" pitchFamily="34" charset="0"/>
              <a:buChar char="•"/>
            </a:pPr>
            <a:r>
              <a:rPr lang="en-US" sz="2400" dirty="0">
                <a:latin typeface="Tenorite (Body)"/>
                <a:cs typeface="Arial" panose="020B0604020202020204" pitchFamily="34" charset="0"/>
              </a:rPr>
              <a:t>Best practices for </a:t>
            </a:r>
            <a:r>
              <a:rPr lang="en-US" sz="2400" b="1" dirty="0">
                <a:latin typeface="Tenorite (Body)"/>
                <a:cs typeface="Arial" panose="020B0604020202020204" pitchFamily="34" charset="0"/>
              </a:rPr>
              <a:t>building efficient and predictable real-time systems</a:t>
            </a:r>
          </a:p>
          <a:p>
            <a:pPr eaLnBrk="0" fontAlgn="base" hangingPunct="0">
              <a:lnSpc>
                <a:spcPct val="150000"/>
              </a:lnSpc>
              <a:spcAft>
                <a:spcPct val="0"/>
              </a:spcAft>
            </a:pPr>
            <a:r>
              <a:rPr lang="en-US" sz="2400" dirty="0">
                <a:latin typeface="Tenorite (Body)"/>
                <a:cs typeface="Arial" panose="020B0604020202020204" pitchFamily="34" charset="0"/>
              </a:rPr>
              <a:t>By the end of this lesson, you’ll know how to </a:t>
            </a:r>
            <a:r>
              <a:rPr lang="en-US" sz="2400" b="1" dirty="0">
                <a:latin typeface="Tenorite (Body)"/>
                <a:cs typeface="Arial" panose="020B0604020202020204" pitchFamily="34" charset="0"/>
              </a:rPr>
              <a:t>identify and remove bottlenecks</a:t>
            </a:r>
            <a:r>
              <a:rPr lang="en-US" sz="2400" dirty="0">
                <a:latin typeface="Tenorite (Body)"/>
                <a:cs typeface="Arial" panose="020B0604020202020204" pitchFamily="34" charset="0"/>
              </a:rPr>
              <a:t> in </a:t>
            </a:r>
            <a:r>
              <a:rPr lang="en-US" sz="2400" dirty="0" err="1">
                <a:latin typeface="Tenorite (Body)"/>
                <a:cs typeface="Arial" panose="020B0604020202020204" pitchFamily="34" charset="0"/>
              </a:rPr>
              <a:t>FreeRTOS</a:t>
            </a:r>
            <a:r>
              <a:rPr lang="en-US" sz="2400" dirty="0">
                <a:latin typeface="Tenorite (Body)"/>
                <a:cs typeface="Arial" panose="020B0604020202020204" pitchFamily="34" charset="0"/>
              </a:rPr>
              <a:t>-based ESP32 applications.</a:t>
            </a:r>
          </a:p>
        </p:txBody>
      </p:sp>
      <p:sp>
        <p:nvSpPr>
          <p:cNvPr id="5" name="Rectangle 4">
            <a:extLst>
              <a:ext uri="{FF2B5EF4-FFF2-40B4-BE49-F238E27FC236}">
                <a16:creationId xmlns:a16="http://schemas.microsoft.com/office/drawing/2014/main" id="{47B140CE-679E-3EB5-61D7-92AA983ADFA0}"/>
              </a:ext>
            </a:extLst>
          </p:cNvPr>
          <p:cNvSpPr/>
          <p:nvPr/>
        </p:nvSpPr>
        <p:spPr>
          <a:xfrm>
            <a:off x="0" y="0"/>
            <a:ext cx="7772400" cy="7658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7635E54B-BCCF-3DF8-EB8A-7B5BD11F132D}"/>
              </a:ext>
            </a:extLst>
          </p:cNvPr>
          <p:cNvSpPr/>
          <p:nvPr/>
        </p:nvSpPr>
        <p:spPr>
          <a:xfrm>
            <a:off x="952500" y="91440"/>
            <a:ext cx="5867400" cy="4419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Overview</a:t>
            </a:r>
          </a:p>
        </p:txBody>
      </p:sp>
      <p:sp>
        <p:nvSpPr>
          <p:cNvPr id="2" name="Freeform: Shape 1">
            <a:extLst>
              <a:ext uri="{FF2B5EF4-FFF2-40B4-BE49-F238E27FC236}">
                <a16:creationId xmlns:a16="http://schemas.microsoft.com/office/drawing/2014/main" id="{9B127D29-8740-4F04-ECAD-36BFF919A04C}"/>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BEEE62B2-F2EF-D807-0099-C20C11FACD36}"/>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Rounded Corners 6">
            <a:extLst>
              <a:ext uri="{FF2B5EF4-FFF2-40B4-BE49-F238E27FC236}">
                <a16:creationId xmlns:a16="http://schemas.microsoft.com/office/drawing/2014/main" id="{01F028A3-2572-1B30-F2E9-752CFCB6A55E}"/>
              </a:ext>
            </a:extLst>
          </p:cNvPr>
          <p:cNvSpPr/>
          <p:nvPr/>
        </p:nvSpPr>
        <p:spPr>
          <a:xfrm>
            <a:off x="285750" y="-2514600"/>
            <a:ext cx="7200900" cy="2438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Why Performance Optimization Matters</a:t>
            </a:r>
          </a:p>
        </p:txBody>
      </p:sp>
    </p:spTree>
    <p:extLst>
      <p:ext uri="{BB962C8B-B14F-4D97-AF65-F5344CB8AC3E}">
        <p14:creationId xmlns:p14="http://schemas.microsoft.com/office/powerpoint/2010/main" val="3860986569"/>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997F0C0-4AD5-D08A-C28D-D76FC08DB1B3}"/>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A97DCCFC-7F64-F87F-58A8-B2606673CB72}"/>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CC1B633C-FB7D-8811-375D-02389E55D176}"/>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756314E7-65D6-70A0-0AB6-6B3EBBC3E145}"/>
              </a:ext>
            </a:extLst>
          </p:cNvPr>
          <p:cNvSpPr/>
          <p:nvPr/>
        </p:nvSpPr>
        <p:spPr>
          <a:xfrm>
            <a:off x="285750" y="3810000"/>
            <a:ext cx="7200900" cy="2438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Why Performance Optimization Matters</a:t>
            </a:r>
          </a:p>
        </p:txBody>
      </p:sp>
    </p:spTree>
    <p:extLst>
      <p:ext uri="{BB962C8B-B14F-4D97-AF65-F5344CB8AC3E}">
        <p14:creationId xmlns:p14="http://schemas.microsoft.com/office/powerpoint/2010/main" val="2923051187"/>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A95DBA-400B-61C0-BB2D-DF0E2DB6BC4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1BB68E-1453-ADA8-230B-791B0CE46A3C}"/>
              </a:ext>
            </a:extLst>
          </p:cNvPr>
          <p:cNvSpPr txBox="1"/>
          <p:nvPr/>
        </p:nvSpPr>
        <p:spPr>
          <a:xfrm>
            <a:off x="91440" y="1097280"/>
            <a:ext cx="7589520" cy="8006294"/>
          </a:xfrm>
          <a:prstGeom prst="rect">
            <a:avLst/>
          </a:prstGeom>
          <a:noFill/>
        </p:spPr>
        <p:txBody>
          <a:bodyPr wrap="square" rtlCol="0">
            <a:spAutoFit/>
          </a:bodyPr>
          <a:lstStyle/>
          <a:p>
            <a:pPr eaLnBrk="0" fontAlgn="base" hangingPunct="0">
              <a:lnSpc>
                <a:spcPct val="150000"/>
              </a:lnSpc>
              <a:spcAft>
                <a:spcPct val="0"/>
              </a:spcAft>
            </a:pPr>
            <a:r>
              <a:rPr lang="en-US" sz="2800" dirty="0">
                <a:latin typeface="Tenorite (Body)"/>
                <a:cs typeface="Arial" panose="020B0604020202020204" pitchFamily="34" charset="0"/>
              </a:rPr>
              <a:t>Embedded systems must often meet strict timing deadlines. Poorly tuned </a:t>
            </a:r>
            <a:r>
              <a:rPr lang="en-US" sz="2800" dirty="0" err="1">
                <a:latin typeface="Tenorite (Body)"/>
                <a:cs typeface="Arial" panose="020B0604020202020204" pitchFamily="34" charset="0"/>
              </a:rPr>
              <a:t>FreeRTOS</a:t>
            </a:r>
            <a:r>
              <a:rPr lang="en-US" sz="2800" dirty="0">
                <a:latin typeface="Tenorite (Body)"/>
                <a:cs typeface="Arial" panose="020B0604020202020204" pitchFamily="34" charset="0"/>
              </a:rPr>
              <a:t> applications can lead to:</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Missed deadlines </a:t>
            </a:r>
            <a:r>
              <a:rPr lang="en-US" sz="2800" dirty="0">
                <a:latin typeface="Tenorite (Body)"/>
                <a:cs typeface="Arial" panose="020B0604020202020204" pitchFamily="34" charset="0"/>
              </a:rPr>
              <a:t>→ unreliable sensor/actuator responses.</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Task starvation </a:t>
            </a:r>
            <a:r>
              <a:rPr lang="en-US" sz="2800" dirty="0">
                <a:latin typeface="Tenorite (Body)"/>
                <a:cs typeface="Arial" panose="020B0604020202020204" pitchFamily="34" charset="0"/>
              </a:rPr>
              <a:t>→ lower-priority tasks never execute.</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High CPU load </a:t>
            </a:r>
            <a:r>
              <a:rPr lang="en-US" sz="2800" dirty="0">
                <a:latin typeface="Tenorite (Body)"/>
                <a:cs typeface="Arial" panose="020B0604020202020204" pitchFamily="34" charset="0"/>
              </a:rPr>
              <a:t>→ excessive power consumption.</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Jitter</a:t>
            </a:r>
            <a:r>
              <a:rPr lang="en-US" sz="2800" dirty="0">
                <a:latin typeface="Tenorite (Body)"/>
                <a:cs typeface="Arial" panose="020B0604020202020204" pitchFamily="34" charset="0"/>
              </a:rPr>
              <a:t> → unpredictable task execution times.</a:t>
            </a:r>
          </a:p>
          <a:p>
            <a:pPr eaLnBrk="0" fontAlgn="base" hangingPunct="0">
              <a:lnSpc>
                <a:spcPct val="150000"/>
              </a:lnSpc>
              <a:spcAft>
                <a:spcPct val="0"/>
              </a:spcAft>
            </a:pPr>
            <a:endParaRPr lang="en-US" sz="1000" dirty="0">
              <a:latin typeface="Tenorite (Body)"/>
              <a:cs typeface="Arial" panose="020B0604020202020204" pitchFamily="34" charset="0"/>
            </a:endParaRPr>
          </a:p>
          <a:p>
            <a:pPr eaLnBrk="0" fontAlgn="base" hangingPunct="0">
              <a:lnSpc>
                <a:spcPct val="150000"/>
              </a:lnSpc>
              <a:spcAft>
                <a:spcPct val="0"/>
              </a:spcAft>
            </a:pPr>
            <a:r>
              <a:rPr lang="en-US" sz="2800" dirty="0">
                <a:latin typeface="Tenorite (Body)"/>
                <a:cs typeface="Arial" panose="020B0604020202020204" pitchFamily="34" charset="0"/>
              </a:rPr>
              <a:t>📌 Optimizing </a:t>
            </a:r>
            <a:r>
              <a:rPr lang="en-US" sz="2800" dirty="0" err="1">
                <a:latin typeface="Tenorite (Body)"/>
                <a:cs typeface="Arial" panose="020B0604020202020204" pitchFamily="34" charset="0"/>
              </a:rPr>
              <a:t>FreeRTOS</a:t>
            </a:r>
            <a:r>
              <a:rPr lang="en-US" sz="2800" dirty="0">
                <a:latin typeface="Tenorite (Body)"/>
                <a:cs typeface="Arial" panose="020B0604020202020204" pitchFamily="34" charset="0"/>
              </a:rPr>
              <a:t> ensures </a:t>
            </a:r>
            <a:r>
              <a:rPr lang="en-US" sz="2800" b="1" dirty="0">
                <a:latin typeface="Tenorite (Body)"/>
                <a:cs typeface="Arial" panose="020B0604020202020204" pitchFamily="34" charset="0"/>
              </a:rPr>
              <a:t>predictable, low-latency, real-time behavior</a:t>
            </a:r>
            <a:r>
              <a:rPr lang="en-US" sz="2800" dirty="0">
                <a:latin typeface="Tenorite (Body)"/>
                <a:cs typeface="Arial" panose="020B0604020202020204" pitchFamily="34" charset="0"/>
              </a:rPr>
              <a:t>.</a:t>
            </a:r>
          </a:p>
        </p:txBody>
      </p:sp>
      <p:sp>
        <p:nvSpPr>
          <p:cNvPr id="5" name="Rectangle 4">
            <a:extLst>
              <a:ext uri="{FF2B5EF4-FFF2-40B4-BE49-F238E27FC236}">
                <a16:creationId xmlns:a16="http://schemas.microsoft.com/office/drawing/2014/main" id="{8CBEC9D6-35DF-D82A-4085-DF126AF0B77A}"/>
              </a:ext>
            </a:extLst>
          </p:cNvPr>
          <p:cNvSpPr/>
          <p:nvPr/>
        </p:nvSpPr>
        <p:spPr>
          <a:xfrm>
            <a:off x="0" y="0"/>
            <a:ext cx="7772400" cy="10972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FB90FC64-2C8E-B115-DDEE-1AE604B1F56B}"/>
              </a:ext>
            </a:extLst>
          </p:cNvPr>
          <p:cNvSpPr/>
          <p:nvPr/>
        </p:nvSpPr>
        <p:spPr>
          <a:xfrm>
            <a:off x="952500" y="91440"/>
            <a:ext cx="5867400" cy="8991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Why Performance Optimization Matters</a:t>
            </a:r>
          </a:p>
        </p:txBody>
      </p:sp>
      <p:sp>
        <p:nvSpPr>
          <p:cNvPr id="2" name="Freeform: Shape 1">
            <a:extLst>
              <a:ext uri="{FF2B5EF4-FFF2-40B4-BE49-F238E27FC236}">
                <a16:creationId xmlns:a16="http://schemas.microsoft.com/office/drawing/2014/main" id="{10BCAA3B-90B8-56DE-C279-55D9E3992636}"/>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01186259-97A6-2843-4BAD-251E9CD3C939}"/>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695C7A15-B13C-CE27-CC60-850B60A9EB8D}"/>
              </a:ext>
            </a:extLst>
          </p:cNvPr>
          <p:cNvSpPr/>
          <p:nvPr/>
        </p:nvSpPr>
        <p:spPr>
          <a:xfrm>
            <a:off x="285750" y="-2514600"/>
            <a:ext cx="7200900" cy="2438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Common Performance Bottlenecks</a:t>
            </a:r>
          </a:p>
        </p:txBody>
      </p:sp>
    </p:spTree>
    <p:extLst>
      <p:ext uri="{BB962C8B-B14F-4D97-AF65-F5344CB8AC3E}">
        <p14:creationId xmlns:p14="http://schemas.microsoft.com/office/powerpoint/2010/main" val="324755170"/>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58A47D-1B8D-6819-6577-D143981DAA73}"/>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6CF25126-50CD-3822-A451-0A114195F6F1}"/>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C6974B80-BAE7-BC51-93F8-84674CBC9E31}"/>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C8DAE922-15E1-32CA-3855-034B974EAAE2}"/>
              </a:ext>
            </a:extLst>
          </p:cNvPr>
          <p:cNvSpPr/>
          <p:nvPr/>
        </p:nvSpPr>
        <p:spPr>
          <a:xfrm>
            <a:off x="285750" y="3810000"/>
            <a:ext cx="7200900" cy="2438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Common Performance Bottlenecks</a:t>
            </a:r>
          </a:p>
        </p:txBody>
      </p:sp>
    </p:spTree>
    <p:extLst>
      <p:ext uri="{BB962C8B-B14F-4D97-AF65-F5344CB8AC3E}">
        <p14:creationId xmlns:p14="http://schemas.microsoft.com/office/powerpoint/2010/main" val="426868521"/>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CD9704-26CC-2917-43DE-EE70153DDE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89DE2BF-2945-457B-5209-8BAB28641595}"/>
              </a:ext>
            </a:extLst>
          </p:cNvPr>
          <p:cNvSpPr txBox="1"/>
          <p:nvPr/>
        </p:nvSpPr>
        <p:spPr>
          <a:xfrm>
            <a:off x="91440" y="1097280"/>
            <a:ext cx="7589520" cy="6482800"/>
          </a:xfrm>
          <a:prstGeom prst="rect">
            <a:avLst/>
          </a:prstGeom>
          <a:noFill/>
        </p:spPr>
        <p:txBody>
          <a:bodyPr wrap="square" rtlCol="0">
            <a:spAutoFit/>
          </a:bodyPr>
          <a:lstStyle/>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Too many context switches: </a:t>
            </a:r>
            <a:r>
              <a:rPr lang="en-US" sz="2800" dirty="0">
                <a:latin typeface="Tenorite (Body)"/>
                <a:cs typeface="Arial" panose="020B0604020202020204" pitchFamily="34" charset="0"/>
              </a:rPr>
              <a:t>switching tasks too often wastes CPU cycles.</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Overuse of blocking calls: </a:t>
            </a:r>
            <a:r>
              <a:rPr lang="en-US" sz="2800" dirty="0">
                <a:latin typeface="Tenorite (Body)"/>
                <a:cs typeface="Arial" panose="020B0604020202020204" pitchFamily="34" charset="0"/>
              </a:rPr>
              <a:t>excessive waits can stall tasks unnecessarily.</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Improper priorities: </a:t>
            </a:r>
            <a:r>
              <a:rPr lang="en-US" sz="2800" dirty="0">
                <a:latin typeface="Tenorite (Body)"/>
                <a:cs typeface="Arial" panose="020B0604020202020204" pitchFamily="34" charset="0"/>
              </a:rPr>
              <a:t>high-priority tasks may starve lower ones.</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Large or slow queues:</a:t>
            </a:r>
            <a:r>
              <a:rPr lang="en-US" sz="2800" dirty="0">
                <a:latin typeface="Tenorite (Body)"/>
                <a:cs typeface="Arial" panose="020B0604020202020204" pitchFamily="34" charset="0"/>
              </a:rPr>
              <a:t> big messages or frequent sends increase latency.</a:t>
            </a:r>
          </a:p>
          <a:p>
            <a:pPr marL="457200" indent="-457200" eaLnBrk="0" fontAlgn="base" hangingPunct="0">
              <a:lnSpc>
                <a:spcPct val="150000"/>
              </a:lnSpc>
              <a:spcAft>
                <a:spcPct val="0"/>
              </a:spcAft>
              <a:buFont typeface="Arial" panose="020B0604020202020204" pitchFamily="34" charset="0"/>
              <a:buChar char="•"/>
            </a:pPr>
            <a:r>
              <a:rPr lang="en-US" sz="2800" b="1" dirty="0">
                <a:latin typeface="Tenorite (Body)"/>
                <a:cs typeface="Arial" panose="020B0604020202020204" pitchFamily="34" charset="0"/>
              </a:rPr>
              <a:t>Excessive logging/</a:t>
            </a:r>
            <a:r>
              <a:rPr lang="en-US" sz="2800" b="1" dirty="0" err="1">
                <a:latin typeface="Tenorite (Body)"/>
                <a:cs typeface="Arial" panose="020B0604020202020204" pitchFamily="34" charset="0"/>
              </a:rPr>
              <a:t>printf</a:t>
            </a:r>
            <a:r>
              <a:rPr lang="en-US" sz="2800" b="1" dirty="0">
                <a:latin typeface="Tenorite (Body)"/>
                <a:cs typeface="Arial" panose="020B0604020202020204" pitchFamily="34" charset="0"/>
              </a:rPr>
              <a:t>: </a:t>
            </a:r>
            <a:r>
              <a:rPr lang="en-US" sz="2800" dirty="0">
                <a:latin typeface="Tenorite (Body)"/>
                <a:cs typeface="Arial" panose="020B0604020202020204" pitchFamily="34" charset="0"/>
              </a:rPr>
              <a:t>UART I/O blocks CPU if not buffered.</a:t>
            </a:r>
          </a:p>
        </p:txBody>
      </p:sp>
      <p:sp>
        <p:nvSpPr>
          <p:cNvPr id="5" name="Rectangle 4">
            <a:extLst>
              <a:ext uri="{FF2B5EF4-FFF2-40B4-BE49-F238E27FC236}">
                <a16:creationId xmlns:a16="http://schemas.microsoft.com/office/drawing/2014/main" id="{CDF20944-7EE4-87B9-1D4E-65E7750C7E1B}"/>
              </a:ext>
            </a:extLst>
          </p:cNvPr>
          <p:cNvSpPr/>
          <p:nvPr/>
        </p:nvSpPr>
        <p:spPr>
          <a:xfrm>
            <a:off x="0" y="0"/>
            <a:ext cx="7772400" cy="109728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3C1EFBDF-C15B-0EBC-6BF8-9E2BF12976BB}"/>
              </a:ext>
            </a:extLst>
          </p:cNvPr>
          <p:cNvSpPr/>
          <p:nvPr/>
        </p:nvSpPr>
        <p:spPr>
          <a:xfrm>
            <a:off x="952500" y="91440"/>
            <a:ext cx="5867400" cy="8991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Common Performance Bottlenecks</a:t>
            </a:r>
          </a:p>
        </p:txBody>
      </p:sp>
      <p:sp>
        <p:nvSpPr>
          <p:cNvPr id="2" name="Freeform: Shape 1">
            <a:extLst>
              <a:ext uri="{FF2B5EF4-FFF2-40B4-BE49-F238E27FC236}">
                <a16:creationId xmlns:a16="http://schemas.microsoft.com/office/drawing/2014/main" id="{03121422-E86D-CDC7-3412-F186A2A01A35}"/>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63A8B13D-0B65-F4B7-20B2-5F5121B5F56A}"/>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7A0947AA-A10D-52E4-11DB-BDD853B9A0E7}"/>
              </a:ext>
            </a:extLst>
          </p:cNvPr>
          <p:cNvSpPr/>
          <p:nvPr/>
        </p:nvSpPr>
        <p:spPr>
          <a:xfrm>
            <a:off x="285750" y="-1828800"/>
            <a:ext cx="7200900" cy="17526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Optimization Techniques</a:t>
            </a:r>
          </a:p>
        </p:txBody>
      </p:sp>
    </p:spTree>
    <p:extLst>
      <p:ext uri="{BB962C8B-B14F-4D97-AF65-F5344CB8AC3E}">
        <p14:creationId xmlns:p14="http://schemas.microsoft.com/office/powerpoint/2010/main" val="1646272709"/>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6E89BC-3B8F-4056-5151-2B5CEF2FC5AE}"/>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99A28775-9A16-0F33-FF4D-8550FB8275F8}"/>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7CAB8E82-D0FF-B11A-59E7-47345E4E64D2}"/>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3D475E19-3253-621E-A517-63DE26B761C1}"/>
              </a:ext>
            </a:extLst>
          </p:cNvPr>
          <p:cNvSpPr/>
          <p:nvPr/>
        </p:nvSpPr>
        <p:spPr>
          <a:xfrm>
            <a:off x="285750" y="4152900"/>
            <a:ext cx="7200900" cy="17526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Optimization Techniques</a:t>
            </a:r>
          </a:p>
        </p:txBody>
      </p:sp>
    </p:spTree>
    <p:extLst>
      <p:ext uri="{BB962C8B-B14F-4D97-AF65-F5344CB8AC3E}">
        <p14:creationId xmlns:p14="http://schemas.microsoft.com/office/powerpoint/2010/main" val="2175919842"/>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8A0BAF0-0152-798E-467A-7621BC84D6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2F9B8F-6E6B-58C4-C5D2-54AAFEFF335B}"/>
              </a:ext>
            </a:extLst>
          </p:cNvPr>
          <p:cNvSpPr txBox="1"/>
          <p:nvPr/>
        </p:nvSpPr>
        <p:spPr>
          <a:xfrm>
            <a:off x="91440" y="822960"/>
            <a:ext cx="7589520" cy="22641070"/>
          </a:xfrm>
          <a:prstGeom prst="rect">
            <a:avLst/>
          </a:prstGeom>
          <a:noFill/>
        </p:spPr>
        <p:txBody>
          <a:bodyPr wrap="square" rtlCol="0">
            <a:spAutoFit/>
          </a:bodyPr>
          <a:lstStyle/>
          <a:p>
            <a:pPr marL="514350" indent="-514350" eaLnBrk="0" fontAlgn="base" hangingPunct="0">
              <a:lnSpc>
                <a:spcPct val="150000"/>
              </a:lnSpc>
              <a:spcAft>
                <a:spcPct val="0"/>
              </a:spcAft>
              <a:buAutoNum type="arabicPeriod"/>
            </a:pPr>
            <a:r>
              <a:rPr lang="en-US" sz="2800" b="1" dirty="0">
                <a:latin typeface="Tenorite (Body)"/>
                <a:cs typeface="Arial" panose="020B0604020202020204" pitchFamily="34" charset="0"/>
              </a:rPr>
              <a:t>Tune Task Priorities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Assign higher priorities only to </a:t>
            </a:r>
            <a:r>
              <a:rPr lang="en-US" sz="2800" b="1" dirty="0">
                <a:latin typeface="Tenorite (Body)"/>
                <a:cs typeface="Arial" panose="020B0604020202020204" pitchFamily="34" charset="0"/>
              </a:rPr>
              <a:t>critical tasks</a:t>
            </a:r>
            <a:r>
              <a:rPr lang="en-US" sz="2800" dirty="0">
                <a:latin typeface="Tenorite (Body)"/>
                <a:cs typeface="Arial" panose="020B0604020202020204" pitchFamily="34" charset="0"/>
              </a:rPr>
              <a:t>.</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giving too many tasks the same high priority.</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Reduce Context Switching</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Increase task delay intervals when possible (</a:t>
            </a:r>
            <a:r>
              <a:rPr lang="en-US" sz="2800" dirty="0" err="1">
                <a:highlight>
                  <a:srgbClr val="C0C0C0"/>
                </a:highlight>
                <a:latin typeface="Tenorite (Body)"/>
                <a:cs typeface="Arial" panose="020B0604020202020204" pitchFamily="34" charset="0"/>
              </a:rPr>
              <a:t>vTaskDelayUntil</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for periodic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splitting work across too many short-lived tasks.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Efficient Synchronization</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task notifications </a:t>
            </a:r>
            <a:r>
              <a:rPr lang="en-US" sz="2800" dirty="0">
                <a:latin typeface="Tenorite (Body)"/>
                <a:cs typeface="Arial" panose="020B0604020202020204" pitchFamily="34" charset="0"/>
              </a:rPr>
              <a:t>instead of semaphores/queues for simple one-to-one signaling (faster, lighter).</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mutexes</a:t>
            </a:r>
            <a:r>
              <a:rPr lang="en-US" sz="2800" dirty="0">
                <a:latin typeface="Tenorite (Body)"/>
                <a:cs typeface="Arial" panose="020B0604020202020204" pitchFamily="34" charset="0"/>
              </a:rPr>
              <a:t> only when necessary; avoid long critical sections.</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Optimize Queue Usage</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small, fixed-size messages (e.g., integers instead of structs).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If only signaling is needed, replace with binary semaphores or task notifications.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Leverage Hardware Features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ESP-IDF </a:t>
            </a:r>
            <a:r>
              <a:rPr lang="en-US" sz="2800" b="1" dirty="0" err="1">
                <a:latin typeface="Tenorite (Body)"/>
                <a:cs typeface="Arial" panose="020B0604020202020204" pitchFamily="34" charset="0"/>
              </a:rPr>
              <a:t>esp_timer</a:t>
            </a:r>
            <a:r>
              <a:rPr lang="en-US" sz="2800" b="1" dirty="0">
                <a:latin typeface="Tenorite (Body)"/>
                <a:cs typeface="Arial" panose="020B0604020202020204" pitchFamily="34" charset="0"/>
              </a:rPr>
              <a:t> </a:t>
            </a:r>
            <a:r>
              <a:rPr lang="en-US" sz="2800" dirty="0">
                <a:latin typeface="Tenorite (Body)"/>
                <a:cs typeface="Arial" panose="020B0604020202020204" pitchFamily="34" charset="0"/>
              </a:rPr>
              <a:t>for sub-millisecond timers instead of high-frequency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Offload repetitive jobs to </a:t>
            </a:r>
            <a:r>
              <a:rPr lang="en-US" sz="2800" b="1" dirty="0">
                <a:latin typeface="Tenorite (Body)"/>
                <a:cs typeface="Arial" panose="020B0604020202020204" pitchFamily="34" charset="0"/>
              </a:rPr>
              <a:t>peripherals</a:t>
            </a:r>
            <a:r>
              <a:rPr lang="en-US" sz="2800" dirty="0">
                <a:latin typeface="Tenorite (Body)"/>
                <a:cs typeface="Arial" panose="020B0604020202020204" pitchFamily="34" charset="0"/>
              </a:rPr>
              <a:t> (DMA, UART FIFO, I²C hardware).</a:t>
            </a:r>
          </a:p>
        </p:txBody>
      </p:sp>
      <p:sp>
        <p:nvSpPr>
          <p:cNvPr id="5" name="Rectangle 4">
            <a:extLst>
              <a:ext uri="{FF2B5EF4-FFF2-40B4-BE49-F238E27FC236}">
                <a16:creationId xmlns:a16="http://schemas.microsoft.com/office/drawing/2014/main" id="{BA5B13AB-3975-293A-BDFC-AD061B61348D}"/>
              </a:ext>
            </a:extLst>
          </p:cNvPr>
          <p:cNvSpPr/>
          <p:nvPr/>
        </p:nvSpPr>
        <p:spPr>
          <a:xfrm>
            <a:off x="0" y="0"/>
            <a:ext cx="7772400" cy="762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ABA8A638-9252-DDF4-017F-B5CF28DB5DC3}"/>
              </a:ext>
            </a:extLst>
          </p:cNvPr>
          <p:cNvSpPr/>
          <p:nvPr/>
        </p:nvSpPr>
        <p:spPr>
          <a:xfrm>
            <a:off x="952500" y="91440"/>
            <a:ext cx="5867400" cy="6705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Optimization Techniques</a:t>
            </a:r>
          </a:p>
        </p:txBody>
      </p:sp>
      <p:sp>
        <p:nvSpPr>
          <p:cNvPr id="2" name="Freeform: Shape 1">
            <a:extLst>
              <a:ext uri="{FF2B5EF4-FFF2-40B4-BE49-F238E27FC236}">
                <a16:creationId xmlns:a16="http://schemas.microsoft.com/office/drawing/2014/main" id="{0AADB8DC-1563-8952-20E5-B52F93F209E7}"/>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8724A985-CA37-0754-7BC8-26F47861DFC9}"/>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802252108"/>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0DF51D3-C1E1-4677-0384-65AA2A2C35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4B7EE1-8186-DAD7-FB08-977853678012}"/>
              </a:ext>
            </a:extLst>
          </p:cNvPr>
          <p:cNvSpPr txBox="1"/>
          <p:nvPr/>
        </p:nvSpPr>
        <p:spPr>
          <a:xfrm>
            <a:off x="91440" y="-8848870"/>
            <a:ext cx="7589520" cy="22641070"/>
          </a:xfrm>
          <a:prstGeom prst="rect">
            <a:avLst/>
          </a:prstGeom>
          <a:noFill/>
        </p:spPr>
        <p:txBody>
          <a:bodyPr wrap="square" rtlCol="0">
            <a:spAutoFit/>
          </a:bodyPr>
          <a:lstStyle/>
          <a:p>
            <a:pPr marL="514350" indent="-514350" eaLnBrk="0" fontAlgn="base" hangingPunct="0">
              <a:lnSpc>
                <a:spcPct val="150000"/>
              </a:lnSpc>
              <a:spcAft>
                <a:spcPct val="0"/>
              </a:spcAft>
              <a:buAutoNum type="arabicPeriod"/>
            </a:pPr>
            <a:r>
              <a:rPr lang="en-US" sz="2800" b="1" dirty="0">
                <a:latin typeface="Tenorite (Body)"/>
                <a:cs typeface="Arial" panose="020B0604020202020204" pitchFamily="34" charset="0"/>
              </a:rPr>
              <a:t>Tune Task Priorities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Assign higher priorities only to </a:t>
            </a:r>
            <a:r>
              <a:rPr lang="en-US" sz="2800" b="1" dirty="0">
                <a:latin typeface="Tenorite (Body)"/>
                <a:cs typeface="Arial" panose="020B0604020202020204" pitchFamily="34" charset="0"/>
              </a:rPr>
              <a:t>critical tasks</a:t>
            </a:r>
            <a:r>
              <a:rPr lang="en-US" sz="2800" dirty="0">
                <a:latin typeface="Tenorite (Body)"/>
                <a:cs typeface="Arial" panose="020B0604020202020204" pitchFamily="34" charset="0"/>
              </a:rPr>
              <a:t>.</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giving too many tasks the same high priority.</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Reduce Context Switching</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Increase task delay intervals when possible (</a:t>
            </a:r>
            <a:r>
              <a:rPr lang="en-US" sz="2800" dirty="0" err="1">
                <a:highlight>
                  <a:srgbClr val="C0C0C0"/>
                </a:highlight>
                <a:latin typeface="Tenorite (Body)"/>
                <a:cs typeface="Arial" panose="020B0604020202020204" pitchFamily="34" charset="0"/>
              </a:rPr>
              <a:t>vTaskDelayUntil</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for periodic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splitting work across too many short-lived tasks.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Efficient Synchronization</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task notifications </a:t>
            </a:r>
            <a:r>
              <a:rPr lang="en-US" sz="2800" dirty="0">
                <a:latin typeface="Tenorite (Body)"/>
                <a:cs typeface="Arial" panose="020B0604020202020204" pitchFamily="34" charset="0"/>
              </a:rPr>
              <a:t>instead of semaphores/queues for simple one-to-one signaling (faster, lighter).</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mutexes</a:t>
            </a:r>
            <a:r>
              <a:rPr lang="en-US" sz="2800" dirty="0">
                <a:latin typeface="Tenorite (Body)"/>
                <a:cs typeface="Arial" panose="020B0604020202020204" pitchFamily="34" charset="0"/>
              </a:rPr>
              <a:t> only when necessary; avoid long critical sections.</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Optimize Queue Usage</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small, fixed-size messages (e.g., integers instead of structs).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If only signaling is needed, replace with binary semaphores or task notifications.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Leverage Hardware Features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ESP-IDF </a:t>
            </a:r>
            <a:r>
              <a:rPr lang="en-US" sz="2800" b="1" dirty="0" err="1">
                <a:latin typeface="Tenorite (Body)"/>
                <a:cs typeface="Arial" panose="020B0604020202020204" pitchFamily="34" charset="0"/>
              </a:rPr>
              <a:t>esp_timer</a:t>
            </a:r>
            <a:r>
              <a:rPr lang="en-US" sz="2800" b="1" dirty="0">
                <a:latin typeface="Tenorite (Body)"/>
                <a:cs typeface="Arial" panose="020B0604020202020204" pitchFamily="34" charset="0"/>
              </a:rPr>
              <a:t> </a:t>
            </a:r>
            <a:r>
              <a:rPr lang="en-US" sz="2800" dirty="0">
                <a:latin typeface="Tenorite (Body)"/>
                <a:cs typeface="Arial" panose="020B0604020202020204" pitchFamily="34" charset="0"/>
              </a:rPr>
              <a:t>for sub-millisecond timers instead of high-frequency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Offload repetitive jobs to </a:t>
            </a:r>
            <a:r>
              <a:rPr lang="en-US" sz="2800" b="1" dirty="0">
                <a:latin typeface="Tenorite (Body)"/>
                <a:cs typeface="Arial" panose="020B0604020202020204" pitchFamily="34" charset="0"/>
              </a:rPr>
              <a:t>peripherals</a:t>
            </a:r>
            <a:r>
              <a:rPr lang="en-US" sz="2800" dirty="0">
                <a:latin typeface="Tenorite (Body)"/>
                <a:cs typeface="Arial" panose="020B0604020202020204" pitchFamily="34" charset="0"/>
              </a:rPr>
              <a:t> (DMA, UART FIFO, I²C hardware).</a:t>
            </a:r>
          </a:p>
        </p:txBody>
      </p:sp>
      <p:sp>
        <p:nvSpPr>
          <p:cNvPr id="5" name="Rectangle 4">
            <a:extLst>
              <a:ext uri="{FF2B5EF4-FFF2-40B4-BE49-F238E27FC236}">
                <a16:creationId xmlns:a16="http://schemas.microsoft.com/office/drawing/2014/main" id="{4DE00ECA-9AB1-8759-F52F-17F22DAC4B90}"/>
              </a:ext>
            </a:extLst>
          </p:cNvPr>
          <p:cNvSpPr/>
          <p:nvPr/>
        </p:nvSpPr>
        <p:spPr>
          <a:xfrm>
            <a:off x="0" y="0"/>
            <a:ext cx="7772400" cy="762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B91BAC7B-5FF4-BF58-4FD1-758D21CB54D5}"/>
              </a:ext>
            </a:extLst>
          </p:cNvPr>
          <p:cNvSpPr/>
          <p:nvPr/>
        </p:nvSpPr>
        <p:spPr>
          <a:xfrm>
            <a:off x="952500" y="91440"/>
            <a:ext cx="5867400" cy="6705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Optimization Techniques</a:t>
            </a:r>
          </a:p>
        </p:txBody>
      </p:sp>
      <p:sp>
        <p:nvSpPr>
          <p:cNvPr id="2" name="Freeform: Shape 1">
            <a:extLst>
              <a:ext uri="{FF2B5EF4-FFF2-40B4-BE49-F238E27FC236}">
                <a16:creationId xmlns:a16="http://schemas.microsoft.com/office/drawing/2014/main" id="{703998B7-3590-82FC-DE9C-93A55010397F}"/>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B8AFDAF4-986F-0AD2-DC15-417954485662}"/>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90133716"/>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D3F568-1D70-0622-7E87-DA1B177ABD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832940-DF3A-2E78-A7BB-E16CAC32344B}"/>
              </a:ext>
            </a:extLst>
          </p:cNvPr>
          <p:cNvSpPr txBox="1"/>
          <p:nvPr/>
        </p:nvSpPr>
        <p:spPr>
          <a:xfrm>
            <a:off x="91440" y="-18440400"/>
            <a:ext cx="7589520" cy="22641070"/>
          </a:xfrm>
          <a:prstGeom prst="rect">
            <a:avLst/>
          </a:prstGeom>
          <a:noFill/>
        </p:spPr>
        <p:txBody>
          <a:bodyPr wrap="square" rtlCol="0">
            <a:spAutoFit/>
          </a:bodyPr>
          <a:lstStyle/>
          <a:p>
            <a:pPr marL="514350" indent="-514350" eaLnBrk="0" fontAlgn="base" hangingPunct="0">
              <a:lnSpc>
                <a:spcPct val="150000"/>
              </a:lnSpc>
              <a:spcAft>
                <a:spcPct val="0"/>
              </a:spcAft>
              <a:buAutoNum type="arabicPeriod"/>
            </a:pPr>
            <a:r>
              <a:rPr lang="en-US" sz="2800" b="1" dirty="0">
                <a:latin typeface="Tenorite (Body)"/>
                <a:cs typeface="Arial" panose="020B0604020202020204" pitchFamily="34" charset="0"/>
              </a:rPr>
              <a:t>Tune Task Priorities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Assign higher priorities only to </a:t>
            </a:r>
            <a:r>
              <a:rPr lang="en-US" sz="2800" b="1" dirty="0">
                <a:latin typeface="Tenorite (Body)"/>
                <a:cs typeface="Arial" panose="020B0604020202020204" pitchFamily="34" charset="0"/>
              </a:rPr>
              <a:t>critical tasks</a:t>
            </a:r>
            <a:r>
              <a:rPr lang="en-US" sz="2800" dirty="0">
                <a:latin typeface="Tenorite (Body)"/>
                <a:cs typeface="Arial" panose="020B0604020202020204" pitchFamily="34" charset="0"/>
              </a:rPr>
              <a:t>.</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giving too many tasks the same high priority.</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Reduce Context Switching</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Increase task delay intervals when possible (</a:t>
            </a:r>
            <a:r>
              <a:rPr lang="en-US" sz="2800" dirty="0" err="1">
                <a:highlight>
                  <a:srgbClr val="C0C0C0"/>
                </a:highlight>
                <a:latin typeface="Tenorite (Body)"/>
                <a:cs typeface="Arial" panose="020B0604020202020204" pitchFamily="34" charset="0"/>
              </a:rPr>
              <a:t>vTaskDelayUntil</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for periodic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Avoid splitting work across too many short-lived tasks.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Efficient Synchronization</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task notifications </a:t>
            </a:r>
            <a:r>
              <a:rPr lang="en-US" sz="2800" dirty="0">
                <a:latin typeface="Tenorite (Body)"/>
                <a:cs typeface="Arial" panose="020B0604020202020204" pitchFamily="34" charset="0"/>
              </a:rPr>
              <a:t>instead of semaphores/queues for simple one-to-one signaling (faster, lighter).</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a:t>
            </a:r>
            <a:r>
              <a:rPr lang="en-US" sz="2800" b="1" dirty="0">
                <a:latin typeface="Tenorite (Body)"/>
                <a:cs typeface="Arial" panose="020B0604020202020204" pitchFamily="34" charset="0"/>
              </a:rPr>
              <a:t>mutexes</a:t>
            </a:r>
            <a:r>
              <a:rPr lang="en-US" sz="2800" dirty="0">
                <a:latin typeface="Tenorite (Body)"/>
                <a:cs typeface="Arial" panose="020B0604020202020204" pitchFamily="34" charset="0"/>
              </a:rPr>
              <a:t> only when necessary; avoid long critical sections.</a:t>
            </a: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Optimize Queue Usage</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small, fixed-size messages (e.g., integers instead of structs).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If only signaling is needed, replace with binary semaphores or task notifications.</a:t>
            </a: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marL="737611" lvl="1" indent="-457200" eaLnBrk="0" fontAlgn="base" hangingPunct="0">
              <a:lnSpc>
                <a:spcPct val="150000"/>
              </a:lnSpc>
              <a:spcAft>
                <a:spcPct val="0"/>
              </a:spcAft>
              <a:buFont typeface="Arial" panose="020B0604020202020204" pitchFamily="34" charset="0"/>
              <a:buChar char="•"/>
            </a:pPr>
            <a:endParaRPr lang="en-US" sz="2800" dirty="0">
              <a:latin typeface="Tenorite (Body)"/>
              <a:cs typeface="Arial" panose="020B0604020202020204" pitchFamily="34" charset="0"/>
            </a:endParaRPr>
          </a:p>
          <a:p>
            <a:pPr lvl="1" eaLnBrk="0" fontAlgn="base" hangingPunct="0">
              <a:lnSpc>
                <a:spcPct val="150000"/>
              </a:lnSpc>
              <a:spcAft>
                <a:spcPct val="0"/>
              </a:spcAft>
            </a:pPr>
            <a:endParaRPr lang="en-US" sz="2800" dirty="0">
              <a:latin typeface="Tenorite (Body)"/>
              <a:cs typeface="Arial" panose="020B0604020202020204" pitchFamily="34" charset="0"/>
            </a:endParaRPr>
          </a:p>
          <a:p>
            <a:pPr marL="514350" indent="-514350" eaLnBrk="0" fontAlgn="base" hangingPunct="0">
              <a:lnSpc>
                <a:spcPct val="150000"/>
              </a:lnSpc>
              <a:spcAft>
                <a:spcPct val="0"/>
              </a:spcAft>
              <a:buFont typeface="+mj-lt"/>
              <a:buAutoNum type="arabicPeriod"/>
            </a:pPr>
            <a:r>
              <a:rPr lang="en-US" sz="2800" b="1" dirty="0">
                <a:latin typeface="Tenorite (Body)"/>
                <a:cs typeface="Arial" panose="020B0604020202020204" pitchFamily="34" charset="0"/>
              </a:rPr>
              <a:t>Leverage Hardware Features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ESP-IDF </a:t>
            </a:r>
            <a:r>
              <a:rPr lang="en-US" sz="2800" b="1" dirty="0" err="1">
                <a:latin typeface="Tenorite (Body)"/>
                <a:cs typeface="Arial" panose="020B0604020202020204" pitchFamily="34" charset="0"/>
              </a:rPr>
              <a:t>esp_timer</a:t>
            </a:r>
            <a:r>
              <a:rPr lang="en-US" sz="2800" b="1" dirty="0">
                <a:latin typeface="Tenorite (Body)"/>
                <a:cs typeface="Arial" panose="020B0604020202020204" pitchFamily="34" charset="0"/>
              </a:rPr>
              <a:t> </a:t>
            </a:r>
            <a:r>
              <a:rPr lang="en-US" sz="2800" dirty="0">
                <a:latin typeface="Tenorite (Body)"/>
                <a:cs typeface="Arial" panose="020B0604020202020204" pitchFamily="34" charset="0"/>
              </a:rPr>
              <a:t>for sub-millisecond timers instead of high-frequency tasks.</a:t>
            </a:r>
          </a:p>
          <a:p>
            <a:pPr marL="737611" lvl="1"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Offload repetitive jobs to </a:t>
            </a:r>
            <a:r>
              <a:rPr lang="en-US" sz="2800" b="1" dirty="0">
                <a:latin typeface="Tenorite (Body)"/>
                <a:cs typeface="Arial" panose="020B0604020202020204" pitchFamily="34" charset="0"/>
              </a:rPr>
              <a:t>peripherals</a:t>
            </a:r>
            <a:r>
              <a:rPr lang="en-US" sz="2800" dirty="0">
                <a:latin typeface="Tenorite (Body)"/>
                <a:cs typeface="Arial" panose="020B0604020202020204" pitchFamily="34" charset="0"/>
              </a:rPr>
              <a:t> (DMA, UART FIFO, I²C hardware).</a:t>
            </a:r>
          </a:p>
        </p:txBody>
      </p:sp>
      <p:sp>
        <p:nvSpPr>
          <p:cNvPr id="5" name="Rectangle 4">
            <a:extLst>
              <a:ext uri="{FF2B5EF4-FFF2-40B4-BE49-F238E27FC236}">
                <a16:creationId xmlns:a16="http://schemas.microsoft.com/office/drawing/2014/main" id="{9FF1429A-D011-ECD6-F619-2292988ACEE9}"/>
              </a:ext>
            </a:extLst>
          </p:cNvPr>
          <p:cNvSpPr/>
          <p:nvPr/>
        </p:nvSpPr>
        <p:spPr>
          <a:xfrm>
            <a:off x="0" y="0"/>
            <a:ext cx="7772400" cy="762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0617B5E9-FD75-6BE5-198D-3E2709F91691}"/>
              </a:ext>
            </a:extLst>
          </p:cNvPr>
          <p:cNvSpPr/>
          <p:nvPr/>
        </p:nvSpPr>
        <p:spPr>
          <a:xfrm>
            <a:off x="952500" y="91440"/>
            <a:ext cx="5867400" cy="6705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Optimization Techniques</a:t>
            </a:r>
          </a:p>
        </p:txBody>
      </p:sp>
      <p:sp>
        <p:nvSpPr>
          <p:cNvPr id="2" name="Freeform: Shape 1">
            <a:extLst>
              <a:ext uri="{FF2B5EF4-FFF2-40B4-BE49-F238E27FC236}">
                <a16:creationId xmlns:a16="http://schemas.microsoft.com/office/drawing/2014/main" id="{BD4757BB-2007-99A4-9B2E-098EEC0F1A8A}"/>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EB8CD529-9082-54D6-CA07-04D34BEBA296}"/>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ED50D0EB-8F0C-A02A-F311-DDB572214933}"/>
              </a:ext>
            </a:extLst>
          </p:cNvPr>
          <p:cNvSpPr/>
          <p:nvPr/>
        </p:nvSpPr>
        <p:spPr>
          <a:xfrm>
            <a:off x="285750" y="-1752600"/>
            <a:ext cx="7200900" cy="1676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Profiling and Measurement</a:t>
            </a:r>
          </a:p>
        </p:txBody>
      </p:sp>
    </p:spTree>
    <p:extLst>
      <p:ext uri="{BB962C8B-B14F-4D97-AF65-F5344CB8AC3E}">
        <p14:creationId xmlns:p14="http://schemas.microsoft.com/office/powerpoint/2010/main" val="842539152"/>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F12C-12B8-6D31-76D6-C13D29B3B61F}"/>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A4F84ED8-65E7-6FD8-687E-BF18680AFDFB}"/>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D6E962D5-4F63-45A8-AA73-7A3F34E4F3F0}"/>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8CF79104-469A-9C33-BC53-EFAFD2F4A2F2}"/>
              </a:ext>
            </a:extLst>
          </p:cNvPr>
          <p:cNvSpPr/>
          <p:nvPr/>
        </p:nvSpPr>
        <p:spPr>
          <a:xfrm>
            <a:off x="285750" y="4191000"/>
            <a:ext cx="7200900" cy="1676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Profiling and Measurement</a:t>
            </a:r>
          </a:p>
        </p:txBody>
      </p:sp>
    </p:spTree>
    <p:extLst>
      <p:ext uri="{BB962C8B-B14F-4D97-AF65-F5344CB8AC3E}">
        <p14:creationId xmlns:p14="http://schemas.microsoft.com/office/powerpoint/2010/main" val="2305006934"/>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D933-615A-FEAA-BFCC-4A5D4C9476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5DE396D-7833-9E95-F903-0CBBF8F8B739}"/>
              </a:ext>
            </a:extLst>
          </p:cNvPr>
          <p:cNvSpPr txBox="1"/>
          <p:nvPr/>
        </p:nvSpPr>
        <p:spPr>
          <a:xfrm>
            <a:off x="91440" y="731520"/>
            <a:ext cx="7589520" cy="9068123"/>
          </a:xfrm>
          <a:prstGeom prst="rect">
            <a:avLst/>
          </a:prstGeom>
          <a:noFill/>
        </p:spPr>
        <p:txBody>
          <a:bodyPr wrap="square" rtlCol="0">
            <a:spAutoFit/>
          </a:bodyPr>
          <a:lstStyle/>
          <a:p>
            <a:pPr eaLnBrk="0" fontAlgn="base" hangingPunct="0">
              <a:lnSpc>
                <a:spcPct val="150000"/>
              </a:lnSpc>
              <a:spcAft>
                <a:spcPct val="0"/>
              </a:spcAft>
            </a:pPr>
            <a:r>
              <a:rPr lang="en-US" sz="2800" dirty="0">
                <a:latin typeface="Tenorite (Body)"/>
                <a:cs typeface="Arial" panose="020B0604020202020204" pitchFamily="34" charset="0"/>
              </a:rPr>
              <a:t>ESP-IDF + </a:t>
            </a:r>
            <a:r>
              <a:rPr lang="en-US" sz="2800" dirty="0" err="1">
                <a:latin typeface="Tenorite (Body)"/>
                <a:cs typeface="Arial" panose="020B0604020202020204" pitchFamily="34" charset="0"/>
              </a:rPr>
              <a:t>FreeRTOS</a:t>
            </a:r>
            <a:r>
              <a:rPr lang="en-US" sz="2800" dirty="0">
                <a:latin typeface="Tenorite (Body)"/>
                <a:cs typeface="Arial" panose="020B0604020202020204" pitchFamily="34" charset="0"/>
              </a:rPr>
              <a:t> provide built-in tools:</a:t>
            </a:r>
          </a:p>
          <a:p>
            <a:pPr marL="457200" indent="-457200" eaLnBrk="0" fontAlgn="base" hangingPunct="0">
              <a:lnSpc>
                <a:spcPct val="150000"/>
              </a:lnSpc>
              <a:spcAft>
                <a:spcPct val="0"/>
              </a:spcAft>
              <a:buFont typeface="Arial" panose="020B0604020202020204" pitchFamily="34" charset="0"/>
              <a:buChar char="•"/>
            </a:pPr>
            <a:r>
              <a:rPr lang="en-US" sz="2800" dirty="0" err="1">
                <a:highlight>
                  <a:srgbClr val="C0C0C0"/>
                </a:highlight>
                <a:latin typeface="Tenorite (Body)"/>
                <a:cs typeface="Arial" panose="020B0604020202020204" pitchFamily="34" charset="0"/>
              </a:rPr>
              <a:t>vTaskGetRunTimeStats</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 CPU usage by task.</a:t>
            </a:r>
          </a:p>
          <a:p>
            <a:pPr marL="457200" indent="-457200" eaLnBrk="0" fontAlgn="base" hangingPunct="0">
              <a:lnSpc>
                <a:spcPct val="150000"/>
              </a:lnSpc>
              <a:spcAft>
                <a:spcPct val="0"/>
              </a:spcAft>
              <a:buFont typeface="Arial" panose="020B0604020202020204" pitchFamily="34" charset="0"/>
              <a:buChar char="•"/>
            </a:pPr>
            <a:r>
              <a:rPr lang="en-US" sz="2800" dirty="0" err="1">
                <a:highlight>
                  <a:srgbClr val="C0C0C0"/>
                </a:highlight>
                <a:latin typeface="Tenorite (Body)"/>
                <a:cs typeface="Arial" panose="020B0604020202020204" pitchFamily="34" charset="0"/>
              </a:rPr>
              <a:t>uxTaskGetSystemState</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 snapshot of tasks.</a:t>
            </a:r>
          </a:p>
          <a:p>
            <a:pPr marL="457200" indent="-457200" eaLnBrk="0" fontAlgn="base" hangingPunct="0">
              <a:lnSpc>
                <a:spcPct val="150000"/>
              </a:lnSpc>
              <a:spcAft>
                <a:spcPct val="0"/>
              </a:spcAft>
              <a:buFont typeface="Arial" panose="020B0604020202020204" pitchFamily="34" charset="0"/>
              <a:buChar char="•"/>
            </a:pPr>
            <a:r>
              <a:rPr lang="en-US" sz="2800" dirty="0" err="1">
                <a:highlight>
                  <a:srgbClr val="C0C0C0"/>
                </a:highlight>
                <a:latin typeface="Tenorite (Body)"/>
                <a:cs typeface="Arial" panose="020B0604020202020204" pitchFamily="34" charset="0"/>
              </a:rPr>
              <a:t>xPortGetMinimumEverFreeHeapSize</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 memory usage trends.</a:t>
            </a:r>
          </a:p>
          <a:p>
            <a:pPr marL="457200" indent="-457200" eaLnBrk="0" fontAlgn="base" hangingPunct="0">
              <a:lnSpc>
                <a:spcPct val="150000"/>
              </a:lnSpc>
              <a:spcAft>
                <a:spcPct val="0"/>
              </a:spcAft>
              <a:buFont typeface="Arial" panose="020B0604020202020204" pitchFamily="34" charset="0"/>
              <a:buChar char="•"/>
            </a:pPr>
            <a:r>
              <a:rPr lang="en-US" sz="2800" dirty="0" err="1">
                <a:highlight>
                  <a:srgbClr val="C0C0C0"/>
                </a:highlight>
                <a:latin typeface="Tenorite (Body)"/>
                <a:cs typeface="Arial" panose="020B0604020202020204" pitchFamily="34" charset="0"/>
              </a:rPr>
              <a:t>uxTaskGetStackHighWaterMark</a:t>
            </a:r>
            <a:r>
              <a:rPr lang="en-US" sz="2800" dirty="0">
                <a:highlight>
                  <a:srgbClr val="C0C0C0"/>
                </a:highlight>
                <a:latin typeface="Tenorite (Body)"/>
                <a:cs typeface="Arial" panose="020B0604020202020204" pitchFamily="34" charset="0"/>
              </a:rPr>
              <a:t>()</a:t>
            </a:r>
            <a:r>
              <a:rPr lang="en-US" sz="2800" dirty="0">
                <a:latin typeface="Tenorite (Body)"/>
                <a:cs typeface="Arial" panose="020B0604020202020204" pitchFamily="34" charset="0"/>
              </a:rPr>
              <a:t> → stack optimization.</a:t>
            </a:r>
          </a:p>
          <a:p>
            <a:pPr eaLnBrk="0" fontAlgn="base" hangingPunct="0">
              <a:lnSpc>
                <a:spcPct val="150000"/>
              </a:lnSpc>
              <a:spcAft>
                <a:spcPct val="0"/>
              </a:spcAft>
            </a:pPr>
            <a:r>
              <a:rPr lang="en-US" sz="2800" dirty="0">
                <a:latin typeface="Tenorite (Body)"/>
                <a:cs typeface="Arial" panose="020B0604020202020204" pitchFamily="34" charset="0"/>
              </a:rPr>
              <a:t>External tools:</a:t>
            </a:r>
          </a:p>
          <a:p>
            <a:pPr marL="457200" indent="-457200" eaLnBrk="0" fontAlgn="base" hangingPunct="0">
              <a:lnSpc>
                <a:spcPct val="150000"/>
              </a:lnSpc>
              <a:spcAft>
                <a:spcPct val="0"/>
              </a:spcAft>
              <a:buFont typeface="Arial" panose="020B0604020202020204" pitchFamily="34" charset="0"/>
              <a:buChar char="•"/>
            </a:pPr>
            <a:r>
              <a:rPr lang="en-US" sz="2800" b="1" dirty="0" err="1">
                <a:latin typeface="Tenorite (Body)"/>
                <a:cs typeface="Arial" panose="020B0604020202020204" pitchFamily="34" charset="0"/>
              </a:rPr>
              <a:t>Segger</a:t>
            </a:r>
            <a:r>
              <a:rPr lang="en-US" sz="2800" b="1" dirty="0">
                <a:latin typeface="Tenorite (Body)"/>
                <a:cs typeface="Arial" panose="020B0604020202020204" pitchFamily="34" charset="0"/>
              </a:rPr>
              <a:t> </a:t>
            </a:r>
            <a:r>
              <a:rPr lang="en-US" sz="2800" b="1" dirty="0" err="1">
                <a:latin typeface="Tenorite (Body)"/>
                <a:cs typeface="Arial" panose="020B0604020202020204" pitchFamily="34" charset="0"/>
              </a:rPr>
              <a:t>SystemView</a:t>
            </a:r>
            <a:r>
              <a:rPr lang="en-US" sz="2800" b="1" dirty="0">
                <a:latin typeface="Tenorite (Body)"/>
                <a:cs typeface="Arial" panose="020B0604020202020204" pitchFamily="34" charset="0"/>
              </a:rPr>
              <a:t> </a:t>
            </a:r>
            <a:r>
              <a:rPr lang="en-US" sz="2800" dirty="0">
                <a:latin typeface="Tenorite (Body)"/>
                <a:cs typeface="Arial" panose="020B0604020202020204" pitchFamily="34" charset="0"/>
              </a:rPr>
              <a:t>→ real-time tracing of tasks and interrupts.</a:t>
            </a:r>
          </a:p>
          <a:p>
            <a:pPr marL="457200" indent="-457200" eaLnBrk="0" fontAlgn="base" hangingPunct="0">
              <a:lnSpc>
                <a:spcPct val="150000"/>
              </a:lnSpc>
              <a:spcAft>
                <a:spcPct val="0"/>
              </a:spcAft>
              <a:buFont typeface="Arial" panose="020B0604020202020204" pitchFamily="34" charset="0"/>
              <a:buChar char="•"/>
            </a:pPr>
            <a:r>
              <a:rPr lang="en-US" sz="2800" b="1" dirty="0" err="1">
                <a:latin typeface="Tenorite (Body)"/>
                <a:cs typeface="Arial" panose="020B0604020202020204" pitchFamily="34" charset="0"/>
              </a:rPr>
              <a:t>Tracealyzer</a:t>
            </a:r>
            <a:r>
              <a:rPr lang="en-US" sz="2800" dirty="0">
                <a:latin typeface="Tenorite (Body)"/>
                <a:cs typeface="Arial" panose="020B0604020202020204" pitchFamily="34" charset="0"/>
              </a:rPr>
              <a:t> → advanced visualization of scheduling and IPC.</a:t>
            </a:r>
          </a:p>
        </p:txBody>
      </p:sp>
      <p:sp>
        <p:nvSpPr>
          <p:cNvPr id="5" name="Rectangle 4">
            <a:extLst>
              <a:ext uri="{FF2B5EF4-FFF2-40B4-BE49-F238E27FC236}">
                <a16:creationId xmlns:a16="http://schemas.microsoft.com/office/drawing/2014/main" id="{66904F91-3C6A-95C7-4231-4096A9C88EA4}"/>
              </a:ext>
            </a:extLst>
          </p:cNvPr>
          <p:cNvSpPr/>
          <p:nvPr/>
        </p:nvSpPr>
        <p:spPr>
          <a:xfrm>
            <a:off x="10236" y="0"/>
            <a:ext cx="7772400" cy="838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2D53328D-C9BC-680C-A15E-A7E42929CF62}"/>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Profiling and Measurement</a:t>
            </a:r>
          </a:p>
        </p:txBody>
      </p:sp>
      <p:sp>
        <p:nvSpPr>
          <p:cNvPr id="2" name="Freeform: Shape 1">
            <a:extLst>
              <a:ext uri="{FF2B5EF4-FFF2-40B4-BE49-F238E27FC236}">
                <a16:creationId xmlns:a16="http://schemas.microsoft.com/office/drawing/2014/main" id="{FD306ACE-3674-E4BC-5917-338B0FBD5BC8}"/>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3FB0F1D2-A03B-F70C-1E3F-D2E3E12CD4A8}"/>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Rounded Corners 6">
            <a:extLst>
              <a:ext uri="{FF2B5EF4-FFF2-40B4-BE49-F238E27FC236}">
                <a16:creationId xmlns:a16="http://schemas.microsoft.com/office/drawing/2014/main" id="{2533B441-4B8D-1396-FBF4-62E230B5A665}"/>
              </a:ext>
            </a:extLst>
          </p:cNvPr>
          <p:cNvSpPr/>
          <p:nvPr/>
        </p:nvSpPr>
        <p:spPr>
          <a:xfrm>
            <a:off x="285750" y="-2590800"/>
            <a:ext cx="7200900" cy="25146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Example – Optimizing Task Performance</a:t>
            </a:r>
          </a:p>
        </p:txBody>
      </p:sp>
    </p:spTree>
    <p:extLst>
      <p:ext uri="{BB962C8B-B14F-4D97-AF65-F5344CB8AC3E}">
        <p14:creationId xmlns:p14="http://schemas.microsoft.com/office/powerpoint/2010/main" val="3671483668"/>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6C550-8C35-2F7D-693D-A6653CA58FA4}"/>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D57C440C-3B7C-9EFD-D470-586B546247B2}"/>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52132AA1-9646-777F-24C3-376693C7BC2D}"/>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16C2BB91-86FD-2913-2AD3-BE20B9D2944A}"/>
              </a:ext>
            </a:extLst>
          </p:cNvPr>
          <p:cNvSpPr/>
          <p:nvPr/>
        </p:nvSpPr>
        <p:spPr>
          <a:xfrm>
            <a:off x="285750" y="3771900"/>
            <a:ext cx="7200900" cy="25146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Example – Optimizing Task Performance</a:t>
            </a:r>
          </a:p>
        </p:txBody>
      </p:sp>
    </p:spTree>
    <p:extLst>
      <p:ext uri="{BB962C8B-B14F-4D97-AF65-F5344CB8AC3E}">
        <p14:creationId xmlns:p14="http://schemas.microsoft.com/office/powerpoint/2010/main" val="1585652331"/>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5ECB-1CE0-046C-0F79-A2E71112C31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4C598D9-7DB5-14FE-60C7-4355FC4B2DCD}"/>
              </a:ext>
            </a:extLst>
          </p:cNvPr>
          <p:cNvGrpSpPr/>
          <p:nvPr/>
        </p:nvGrpSpPr>
        <p:grpSpPr>
          <a:xfrm>
            <a:off x="91440" y="1100644"/>
            <a:ext cx="7589520" cy="34941956"/>
            <a:chOff x="91440" y="9654968"/>
            <a:chExt cx="7589520" cy="34941956"/>
          </a:xfrm>
        </p:grpSpPr>
        <p:pic>
          <p:nvPicPr>
            <p:cNvPr id="7" name="Picture 6" descr="A screen shot of a computer program&#10;&#10;AI-generated content may be incorrect.">
              <a:extLst>
                <a:ext uri="{FF2B5EF4-FFF2-40B4-BE49-F238E27FC236}">
                  <a16:creationId xmlns:a16="http://schemas.microsoft.com/office/drawing/2014/main" id="{270B041C-F17E-F11A-E6F3-E370C3336A7D}"/>
                </a:ext>
              </a:extLst>
            </p:cNvPr>
            <p:cNvPicPr>
              <a:picLocks noChangeAspect="1"/>
            </p:cNvPicPr>
            <p:nvPr/>
          </p:nvPicPr>
          <p:blipFill>
            <a:blip r:embed="rId2">
              <a:extLst>
                <a:ext uri="{28A0092B-C50C-407E-A947-70E740481C1C}">
                  <a14:useLocalDpi xmlns:a14="http://schemas.microsoft.com/office/drawing/2010/main" val="0"/>
                </a:ext>
              </a:extLst>
            </a:blip>
            <a:srcRect l="4819" t="2904" r="5823" b="3039"/>
            <a:stretch>
              <a:fillRect/>
            </a:stretch>
          </p:blipFill>
          <p:spPr>
            <a:xfrm>
              <a:off x="91440" y="9654968"/>
              <a:ext cx="7589520" cy="13814632"/>
            </a:xfrm>
            <a:prstGeom prst="roundRect">
              <a:avLst>
                <a:gd name="adj" fmla="val 1382"/>
              </a:avLst>
            </a:prstGeom>
          </p:spPr>
        </p:pic>
        <p:sp>
          <p:nvSpPr>
            <p:cNvPr id="9" name="TextBox 8">
              <a:extLst>
                <a:ext uri="{FF2B5EF4-FFF2-40B4-BE49-F238E27FC236}">
                  <a16:creationId xmlns:a16="http://schemas.microsoft.com/office/drawing/2014/main" id="{8914A753-5D07-61B6-4F07-CDE53C8688B6}"/>
                </a:ext>
              </a:extLst>
            </p:cNvPr>
            <p:cNvSpPr txBox="1"/>
            <p:nvPr/>
          </p:nvSpPr>
          <p:spPr>
            <a:xfrm>
              <a:off x="91440" y="26839114"/>
              <a:ext cx="7589520" cy="17757810"/>
            </a:xfrm>
            <a:prstGeom prst="rect">
              <a:avLst/>
            </a:prstGeom>
            <a:noFill/>
          </p:spPr>
          <p:txBody>
            <a:bodyPr wrap="square" rtlCol="0">
              <a:spAutoFit/>
            </a:bodyPr>
            <a:lstStyle/>
            <a:p>
              <a:pPr eaLnBrk="0" fontAlgn="base" hangingPunct="0">
                <a:lnSpc>
                  <a:spcPct val="150000"/>
                </a:lnSpc>
                <a:spcAft>
                  <a:spcPct val="0"/>
                </a:spcAft>
              </a:pPr>
              <a:r>
                <a:rPr lang="en-US" sz="2600" dirty="0">
                  <a:latin typeface="Tenorite (Body)"/>
                  <a:cs typeface="Arial" panose="020B0604020202020204" pitchFamily="34" charset="0"/>
                </a:rPr>
                <a:t>This code demonstrates performance optimizations in </a:t>
              </a:r>
              <a:r>
                <a:rPr lang="en-US" sz="2600" dirty="0" err="1">
                  <a:latin typeface="Tenorite (Body)"/>
                  <a:cs typeface="Arial" panose="020B0604020202020204" pitchFamily="34" charset="0"/>
                </a:rPr>
                <a:t>FreeRTOS</a:t>
              </a:r>
              <a:r>
                <a:rPr lang="en-US" sz="2600" dirty="0">
                  <a:latin typeface="Tenorite (Body)"/>
                  <a:cs typeface="Arial" panose="020B0604020202020204" pitchFamily="34" charset="0"/>
                </a:rPr>
                <a:t> tasks.</a:t>
              </a:r>
            </a:p>
            <a:p>
              <a:pPr eaLnBrk="0" fontAlgn="base" hangingPunct="0">
                <a:lnSpc>
                  <a:spcPct val="150000"/>
                </a:lnSpc>
                <a:spcAft>
                  <a:spcPct val="0"/>
                </a:spcAft>
              </a:pPr>
              <a:r>
                <a:rPr lang="en-US" sz="2600" dirty="0">
                  <a:latin typeface="Tenorite (Body)"/>
                  <a:cs typeface="Arial" panose="020B0604020202020204" pitchFamily="34" charset="0"/>
                </a:rPr>
                <a:t>It includes a producer-consumer model using queues and task notifications,</a:t>
              </a:r>
            </a:p>
            <a:p>
              <a:pPr eaLnBrk="0" fontAlgn="base" hangingPunct="0">
                <a:lnSpc>
                  <a:spcPct val="150000"/>
                </a:lnSpc>
                <a:spcAft>
                  <a:spcPct val="0"/>
                </a:spcAft>
              </a:pPr>
              <a:r>
                <a:rPr lang="en-US" sz="2600" dirty="0">
                  <a:latin typeface="Tenorite (Body)"/>
                  <a:cs typeface="Arial" panose="020B0604020202020204" pitchFamily="34" charset="0"/>
                </a:rPr>
                <a:t>along with a stats task to monitor performance.</a:t>
              </a:r>
            </a:p>
            <a:p>
              <a:pPr eaLnBrk="0" fontAlgn="base" hangingPunct="0">
                <a:lnSpc>
                  <a:spcPct val="150000"/>
                </a:lnSpc>
                <a:spcAft>
                  <a:spcPct val="0"/>
                </a:spcAft>
              </a:pPr>
              <a:r>
                <a:rPr lang="en-US" sz="2600" dirty="0">
                  <a:latin typeface="Tenorite (Body)"/>
                  <a:cs typeface="Arial" panose="020B0604020202020204" pitchFamily="34" charset="0"/>
                </a:rPr>
                <a:t>The code is optimized for better CPU and memory usage.</a:t>
              </a:r>
            </a:p>
            <a:p>
              <a:pPr eaLnBrk="0" fontAlgn="base" hangingPunct="0">
                <a:lnSpc>
                  <a:spcPct val="150000"/>
                </a:lnSpc>
                <a:spcAft>
                  <a:spcPct val="0"/>
                </a:spcAft>
              </a:pPr>
              <a:r>
                <a:rPr lang="en-US" sz="2600" b="1" dirty="0">
                  <a:latin typeface="Tenorite (Body)"/>
                  <a:cs typeface="Arial" panose="020B0604020202020204" pitchFamily="34" charset="0"/>
                </a:rPr>
                <a:t>Key optimizations: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Use of task notifications for lightweight signaling.</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Efficient queue usage with minimal data size.</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Task priority tuning for responsiveness.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Periodic stats collection to monitor performance.</a:t>
              </a: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eaLnBrk="0" fontAlgn="base" hangingPunct="0">
                <a:lnSpc>
                  <a:spcPct val="150000"/>
                </a:lnSpc>
                <a:spcAft>
                  <a:spcPct val="0"/>
                </a:spcAft>
              </a:pPr>
              <a:r>
                <a:rPr lang="en-US" sz="2600" b="1" dirty="0">
                  <a:latin typeface="Tenorite (Body)"/>
                  <a:cs typeface="Arial" panose="020B0604020202020204" pitchFamily="34" charset="0"/>
                </a:rPr>
                <a:t>Expected Behavior</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Producer sends small, lightweight integers (efficient).</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Consumer receives data without blocking overhead.</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Stats task logs runtime performance every 5 seconds.</a:t>
              </a:r>
            </a:p>
            <a:p>
              <a:pPr eaLnBrk="0" fontAlgn="base" hangingPunct="0">
                <a:lnSpc>
                  <a:spcPct val="150000"/>
                </a:lnSpc>
                <a:spcAft>
                  <a:spcPct val="0"/>
                </a:spcAft>
              </a:pPr>
              <a:r>
                <a:rPr lang="en-US" sz="2600" dirty="0">
                  <a:latin typeface="Tenorite (Body)"/>
                  <a:cs typeface="Arial" panose="020B0604020202020204" pitchFamily="34" charset="0"/>
                </a:rPr>
                <a:t>Output:</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(1000) DAY28: Processed value: 10</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(5000) DAY28: Runtime Stats:</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Task         Time    CPU%</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Producer     200     4%</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Consumer     300     6%</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Stats        100     2%</a:t>
              </a:r>
            </a:p>
          </p:txBody>
        </p:sp>
      </p:grpSp>
      <p:sp>
        <p:nvSpPr>
          <p:cNvPr id="5" name="Rectangle 4">
            <a:extLst>
              <a:ext uri="{FF2B5EF4-FFF2-40B4-BE49-F238E27FC236}">
                <a16:creationId xmlns:a16="http://schemas.microsoft.com/office/drawing/2014/main" id="{DE2D2BB7-2398-74A3-7DF4-9863FBFD0A12}"/>
              </a:ext>
            </a:extLst>
          </p:cNvPr>
          <p:cNvSpPr/>
          <p:nvPr/>
        </p:nvSpPr>
        <p:spPr>
          <a:xfrm>
            <a:off x="10236" y="0"/>
            <a:ext cx="7772400" cy="1066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9D159AAC-9A1E-9434-E59D-FAFD252F0BDF}"/>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Example – Optimizing Task Performance</a:t>
            </a:r>
          </a:p>
        </p:txBody>
      </p:sp>
      <p:sp>
        <p:nvSpPr>
          <p:cNvPr id="2" name="Freeform: Shape 1">
            <a:extLst>
              <a:ext uri="{FF2B5EF4-FFF2-40B4-BE49-F238E27FC236}">
                <a16:creationId xmlns:a16="http://schemas.microsoft.com/office/drawing/2014/main" id="{591B10F8-6088-8C6D-3AF8-9F51E26226B4}"/>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F32C71B0-50EB-FDBC-F9A5-BA519C5BD2C5}"/>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354194787"/>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8BAF1-F9BE-8F40-014D-13A66CC9848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801DAC4-DBC9-0B7E-8F30-E9E138CB44F0}"/>
              </a:ext>
            </a:extLst>
          </p:cNvPr>
          <p:cNvGrpSpPr/>
          <p:nvPr/>
        </p:nvGrpSpPr>
        <p:grpSpPr>
          <a:xfrm>
            <a:off x="91440" y="-7086600"/>
            <a:ext cx="7589520" cy="34941956"/>
            <a:chOff x="91440" y="9654968"/>
            <a:chExt cx="7589520" cy="34941956"/>
          </a:xfrm>
        </p:grpSpPr>
        <p:pic>
          <p:nvPicPr>
            <p:cNvPr id="7" name="Picture 6" descr="A screen shot of a computer program&#10;&#10;AI-generated content may be incorrect.">
              <a:extLst>
                <a:ext uri="{FF2B5EF4-FFF2-40B4-BE49-F238E27FC236}">
                  <a16:creationId xmlns:a16="http://schemas.microsoft.com/office/drawing/2014/main" id="{3CCBBE6E-E6EA-06A9-01F7-7BEFAB7B36BF}"/>
                </a:ext>
              </a:extLst>
            </p:cNvPr>
            <p:cNvPicPr>
              <a:picLocks noChangeAspect="1"/>
            </p:cNvPicPr>
            <p:nvPr/>
          </p:nvPicPr>
          <p:blipFill>
            <a:blip r:embed="rId2">
              <a:extLst>
                <a:ext uri="{28A0092B-C50C-407E-A947-70E740481C1C}">
                  <a14:useLocalDpi xmlns:a14="http://schemas.microsoft.com/office/drawing/2010/main" val="0"/>
                </a:ext>
              </a:extLst>
            </a:blip>
            <a:srcRect l="4819" t="2904" r="5823" b="3039"/>
            <a:stretch>
              <a:fillRect/>
            </a:stretch>
          </p:blipFill>
          <p:spPr>
            <a:xfrm>
              <a:off x="91440" y="9654968"/>
              <a:ext cx="7589520" cy="13814632"/>
            </a:xfrm>
            <a:prstGeom prst="roundRect">
              <a:avLst>
                <a:gd name="adj" fmla="val 1382"/>
              </a:avLst>
            </a:prstGeom>
          </p:spPr>
        </p:pic>
        <p:sp>
          <p:nvSpPr>
            <p:cNvPr id="9" name="TextBox 8">
              <a:extLst>
                <a:ext uri="{FF2B5EF4-FFF2-40B4-BE49-F238E27FC236}">
                  <a16:creationId xmlns:a16="http://schemas.microsoft.com/office/drawing/2014/main" id="{3F4444EC-2F3F-E511-547B-DE79CC4478BB}"/>
                </a:ext>
              </a:extLst>
            </p:cNvPr>
            <p:cNvSpPr txBox="1"/>
            <p:nvPr/>
          </p:nvSpPr>
          <p:spPr>
            <a:xfrm>
              <a:off x="91440" y="26839114"/>
              <a:ext cx="7589520" cy="17757810"/>
            </a:xfrm>
            <a:prstGeom prst="rect">
              <a:avLst/>
            </a:prstGeom>
            <a:noFill/>
          </p:spPr>
          <p:txBody>
            <a:bodyPr wrap="square" rtlCol="0">
              <a:spAutoFit/>
            </a:bodyPr>
            <a:lstStyle/>
            <a:p>
              <a:pPr eaLnBrk="0" fontAlgn="base" hangingPunct="0">
                <a:lnSpc>
                  <a:spcPct val="150000"/>
                </a:lnSpc>
                <a:spcAft>
                  <a:spcPct val="0"/>
                </a:spcAft>
              </a:pPr>
              <a:r>
                <a:rPr lang="en-US" sz="2600" dirty="0">
                  <a:latin typeface="Tenorite (Body)"/>
                  <a:cs typeface="Arial" panose="020B0604020202020204" pitchFamily="34" charset="0"/>
                </a:rPr>
                <a:t>This code demonstrates performance optimizations in </a:t>
              </a:r>
              <a:r>
                <a:rPr lang="en-US" sz="2600" dirty="0" err="1">
                  <a:latin typeface="Tenorite (Body)"/>
                  <a:cs typeface="Arial" panose="020B0604020202020204" pitchFamily="34" charset="0"/>
                </a:rPr>
                <a:t>FreeRTOS</a:t>
              </a:r>
              <a:r>
                <a:rPr lang="en-US" sz="2600" dirty="0">
                  <a:latin typeface="Tenorite (Body)"/>
                  <a:cs typeface="Arial" panose="020B0604020202020204" pitchFamily="34" charset="0"/>
                </a:rPr>
                <a:t> tasks.</a:t>
              </a:r>
            </a:p>
            <a:p>
              <a:pPr eaLnBrk="0" fontAlgn="base" hangingPunct="0">
                <a:lnSpc>
                  <a:spcPct val="150000"/>
                </a:lnSpc>
                <a:spcAft>
                  <a:spcPct val="0"/>
                </a:spcAft>
              </a:pPr>
              <a:r>
                <a:rPr lang="en-US" sz="2600" dirty="0">
                  <a:latin typeface="Tenorite (Body)"/>
                  <a:cs typeface="Arial" panose="020B0604020202020204" pitchFamily="34" charset="0"/>
                </a:rPr>
                <a:t>It includes a producer-consumer model using queues and task notifications,</a:t>
              </a:r>
            </a:p>
            <a:p>
              <a:pPr eaLnBrk="0" fontAlgn="base" hangingPunct="0">
                <a:lnSpc>
                  <a:spcPct val="150000"/>
                </a:lnSpc>
                <a:spcAft>
                  <a:spcPct val="0"/>
                </a:spcAft>
              </a:pPr>
              <a:r>
                <a:rPr lang="en-US" sz="2600" dirty="0">
                  <a:latin typeface="Tenorite (Body)"/>
                  <a:cs typeface="Arial" panose="020B0604020202020204" pitchFamily="34" charset="0"/>
                </a:rPr>
                <a:t>along with a stats task to monitor performance.</a:t>
              </a:r>
            </a:p>
            <a:p>
              <a:pPr eaLnBrk="0" fontAlgn="base" hangingPunct="0">
                <a:lnSpc>
                  <a:spcPct val="150000"/>
                </a:lnSpc>
                <a:spcAft>
                  <a:spcPct val="0"/>
                </a:spcAft>
              </a:pPr>
              <a:r>
                <a:rPr lang="en-US" sz="2600" dirty="0">
                  <a:latin typeface="Tenorite (Body)"/>
                  <a:cs typeface="Arial" panose="020B0604020202020204" pitchFamily="34" charset="0"/>
                </a:rPr>
                <a:t>The code is optimized for better CPU and memory usage.</a:t>
              </a:r>
            </a:p>
            <a:p>
              <a:pPr eaLnBrk="0" fontAlgn="base" hangingPunct="0">
                <a:lnSpc>
                  <a:spcPct val="150000"/>
                </a:lnSpc>
                <a:spcAft>
                  <a:spcPct val="0"/>
                </a:spcAft>
              </a:pPr>
              <a:r>
                <a:rPr lang="en-US" sz="2600" b="1" dirty="0">
                  <a:latin typeface="Tenorite (Body)"/>
                  <a:cs typeface="Arial" panose="020B0604020202020204" pitchFamily="34" charset="0"/>
                </a:rPr>
                <a:t>Key optimizations: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Use of task notifications for lightweight signaling.</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Efficient queue usage with minimal data size.</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Task priority tuning for responsiveness.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Periodic stats collection to monitor performance.</a:t>
              </a: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eaLnBrk="0" fontAlgn="base" hangingPunct="0">
                <a:lnSpc>
                  <a:spcPct val="150000"/>
                </a:lnSpc>
                <a:spcAft>
                  <a:spcPct val="0"/>
                </a:spcAft>
              </a:pPr>
              <a:r>
                <a:rPr lang="en-US" sz="2600" b="1" dirty="0">
                  <a:latin typeface="Tenorite (Body)"/>
                  <a:cs typeface="Arial" panose="020B0604020202020204" pitchFamily="34" charset="0"/>
                </a:rPr>
                <a:t>Expected Behavior</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Producer sends small, lightweight integers (efficient).</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Consumer receives data without blocking overhead.</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Stats task logs runtime performance every 5 seconds.</a:t>
              </a:r>
            </a:p>
            <a:p>
              <a:pPr eaLnBrk="0" fontAlgn="base" hangingPunct="0">
                <a:lnSpc>
                  <a:spcPct val="150000"/>
                </a:lnSpc>
                <a:spcAft>
                  <a:spcPct val="0"/>
                </a:spcAft>
              </a:pPr>
              <a:r>
                <a:rPr lang="en-US" sz="2600" dirty="0">
                  <a:latin typeface="Tenorite (Body)"/>
                  <a:cs typeface="Arial" panose="020B0604020202020204" pitchFamily="34" charset="0"/>
                </a:rPr>
                <a:t>Output:</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(1000) DAY28: Processed value: 10</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(5000) DAY28: Runtime Stats:</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Task         Time    CPU%</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Producer     200     4%</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Consumer     300     6%</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Stats        100     2%</a:t>
              </a:r>
            </a:p>
          </p:txBody>
        </p:sp>
      </p:grpSp>
      <p:sp>
        <p:nvSpPr>
          <p:cNvPr id="5" name="Rectangle 4">
            <a:extLst>
              <a:ext uri="{FF2B5EF4-FFF2-40B4-BE49-F238E27FC236}">
                <a16:creationId xmlns:a16="http://schemas.microsoft.com/office/drawing/2014/main" id="{DC595EEE-B990-5D6C-8F42-C1050E3B000C}"/>
              </a:ext>
            </a:extLst>
          </p:cNvPr>
          <p:cNvSpPr/>
          <p:nvPr/>
        </p:nvSpPr>
        <p:spPr>
          <a:xfrm>
            <a:off x="10236" y="0"/>
            <a:ext cx="7772400" cy="1066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4E875F43-8BFE-3336-5AC3-225FE205B8AC}"/>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Example – Optimizing Task Performance</a:t>
            </a:r>
          </a:p>
        </p:txBody>
      </p:sp>
      <p:sp>
        <p:nvSpPr>
          <p:cNvPr id="2" name="Freeform: Shape 1">
            <a:extLst>
              <a:ext uri="{FF2B5EF4-FFF2-40B4-BE49-F238E27FC236}">
                <a16:creationId xmlns:a16="http://schemas.microsoft.com/office/drawing/2014/main" id="{B28890FB-B662-23F3-8690-158778A9267E}"/>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2024A635-BBA2-F922-3970-64590694BFDF}"/>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043594121"/>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0D2B9-BA80-4811-CF96-4F350EFEB64A}"/>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B52B5A3-400B-F39A-9A6E-300847908DCF}"/>
              </a:ext>
            </a:extLst>
          </p:cNvPr>
          <p:cNvGrpSpPr/>
          <p:nvPr/>
        </p:nvGrpSpPr>
        <p:grpSpPr>
          <a:xfrm>
            <a:off x="91440" y="-16230600"/>
            <a:ext cx="7589520" cy="34941956"/>
            <a:chOff x="91440" y="9654968"/>
            <a:chExt cx="7589520" cy="34941956"/>
          </a:xfrm>
        </p:grpSpPr>
        <p:pic>
          <p:nvPicPr>
            <p:cNvPr id="7" name="Picture 6" descr="A screen shot of a computer program&#10;&#10;AI-generated content may be incorrect.">
              <a:extLst>
                <a:ext uri="{FF2B5EF4-FFF2-40B4-BE49-F238E27FC236}">
                  <a16:creationId xmlns:a16="http://schemas.microsoft.com/office/drawing/2014/main" id="{A289E423-3DCA-67F1-38EC-4F260794A4B2}"/>
                </a:ext>
              </a:extLst>
            </p:cNvPr>
            <p:cNvPicPr>
              <a:picLocks noChangeAspect="1"/>
            </p:cNvPicPr>
            <p:nvPr/>
          </p:nvPicPr>
          <p:blipFill>
            <a:blip r:embed="rId2">
              <a:extLst>
                <a:ext uri="{28A0092B-C50C-407E-A947-70E740481C1C}">
                  <a14:useLocalDpi xmlns:a14="http://schemas.microsoft.com/office/drawing/2010/main" val="0"/>
                </a:ext>
              </a:extLst>
            </a:blip>
            <a:srcRect l="4819" t="2904" r="5823" b="3039"/>
            <a:stretch>
              <a:fillRect/>
            </a:stretch>
          </p:blipFill>
          <p:spPr>
            <a:xfrm>
              <a:off x="91440" y="9654968"/>
              <a:ext cx="7589520" cy="13814632"/>
            </a:xfrm>
            <a:prstGeom prst="roundRect">
              <a:avLst>
                <a:gd name="adj" fmla="val 1382"/>
              </a:avLst>
            </a:prstGeom>
          </p:spPr>
        </p:pic>
        <p:sp>
          <p:nvSpPr>
            <p:cNvPr id="9" name="TextBox 8">
              <a:extLst>
                <a:ext uri="{FF2B5EF4-FFF2-40B4-BE49-F238E27FC236}">
                  <a16:creationId xmlns:a16="http://schemas.microsoft.com/office/drawing/2014/main" id="{AB4469F6-4DE2-4C6D-B3A8-695D03143EAE}"/>
                </a:ext>
              </a:extLst>
            </p:cNvPr>
            <p:cNvSpPr txBox="1"/>
            <p:nvPr/>
          </p:nvSpPr>
          <p:spPr>
            <a:xfrm>
              <a:off x="91440" y="26839114"/>
              <a:ext cx="7589520" cy="17757810"/>
            </a:xfrm>
            <a:prstGeom prst="rect">
              <a:avLst/>
            </a:prstGeom>
            <a:noFill/>
          </p:spPr>
          <p:txBody>
            <a:bodyPr wrap="square" rtlCol="0">
              <a:spAutoFit/>
            </a:bodyPr>
            <a:lstStyle/>
            <a:p>
              <a:pPr eaLnBrk="0" fontAlgn="base" hangingPunct="0">
                <a:lnSpc>
                  <a:spcPct val="150000"/>
                </a:lnSpc>
                <a:spcAft>
                  <a:spcPct val="0"/>
                </a:spcAft>
              </a:pPr>
              <a:r>
                <a:rPr lang="en-US" sz="2600" dirty="0">
                  <a:latin typeface="Tenorite (Body)"/>
                  <a:cs typeface="Arial" panose="020B0604020202020204" pitchFamily="34" charset="0"/>
                </a:rPr>
                <a:t>This code demonstrates performance optimizations in </a:t>
              </a:r>
              <a:r>
                <a:rPr lang="en-US" sz="2600" dirty="0" err="1">
                  <a:latin typeface="Tenorite (Body)"/>
                  <a:cs typeface="Arial" panose="020B0604020202020204" pitchFamily="34" charset="0"/>
                </a:rPr>
                <a:t>FreeRTOS</a:t>
              </a:r>
              <a:r>
                <a:rPr lang="en-US" sz="2600" dirty="0">
                  <a:latin typeface="Tenorite (Body)"/>
                  <a:cs typeface="Arial" panose="020B0604020202020204" pitchFamily="34" charset="0"/>
                </a:rPr>
                <a:t> tasks.</a:t>
              </a:r>
            </a:p>
            <a:p>
              <a:pPr eaLnBrk="0" fontAlgn="base" hangingPunct="0">
                <a:lnSpc>
                  <a:spcPct val="150000"/>
                </a:lnSpc>
                <a:spcAft>
                  <a:spcPct val="0"/>
                </a:spcAft>
              </a:pPr>
              <a:r>
                <a:rPr lang="en-US" sz="2600" dirty="0">
                  <a:latin typeface="Tenorite (Body)"/>
                  <a:cs typeface="Arial" panose="020B0604020202020204" pitchFamily="34" charset="0"/>
                </a:rPr>
                <a:t>It includes a producer-consumer model using queues and task notifications,</a:t>
              </a:r>
            </a:p>
            <a:p>
              <a:pPr eaLnBrk="0" fontAlgn="base" hangingPunct="0">
                <a:lnSpc>
                  <a:spcPct val="150000"/>
                </a:lnSpc>
                <a:spcAft>
                  <a:spcPct val="0"/>
                </a:spcAft>
              </a:pPr>
              <a:r>
                <a:rPr lang="en-US" sz="2600" dirty="0">
                  <a:latin typeface="Tenorite (Body)"/>
                  <a:cs typeface="Arial" panose="020B0604020202020204" pitchFamily="34" charset="0"/>
                </a:rPr>
                <a:t>along with a stats task to monitor performance.</a:t>
              </a:r>
            </a:p>
            <a:p>
              <a:pPr eaLnBrk="0" fontAlgn="base" hangingPunct="0">
                <a:lnSpc>
                  <a:spcPct val="150000"/>
                </a:lnSpc>
                <a:spcAft>
                  <a:spcPct val="0"/>
                </a:spcAft>
              </a:pPr>
              <a:r>
                <a:rPr lang="en-US" sz="2600" dirty="0">
                  <a:latin typeface="Tenorite (Body)"/>
                  <a:cs typeface="Arial" panose="020B0604020202020204" pitchFamily="34" charset="0"/>
                </a:rPr>
                <a:t>The code is optimized for better CPU and memory usage.</a:t>
              </a:r>
            </a:p>
            <a:p>
              <a:pPr eaLnBrk="0" fontAlgn="base" hangingPunct="0">
                <a:lnSpc>
                  <a:spcPct val="150000"/>
                </a:lnSpc>
                <a:spcAft>
                  <a:spcPct val="0"/>
                </a:spcAft>
              </a:pPr>
              <a:r>
                <a:rPr lang="en-US" sz="2600" b="1" dirty="0">
                  <a:latin typeface="Tenorite (Body)"/>
                  <a:cs typeface="Arial" panose="020B0604020202020204" pitchFamily="34" charset="0"/>
                </a:rPr>
                <a:t>Key optimizations: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Use of task notifications for lightweight signaling.</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Efficient queue usage with minimal data size.</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Task priority tuning for responsiveness.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Periodic stats collection to monitor performance.</a:t>
              </a: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eaLnBrk="0" fontAlgn="base" hangingPunct="0">
                <a:lnSpc>
                  <a:spcPct val="150000"/>
                </a:lnSpc>
                <a:spcAft>
                  <a:spcPct val="0"/>
                </a:spcAft>
              </a:pPr>
              <a:r>
                <a:rPr lang="en-US" sz="2600" b="1" dirty="0">
                  <a:latin typeface="Tenorite (Body)"/>
                  <a:cs typeface="Arial" panose="020B0604020202020204" pitchFamily="34" charset="0"/>
                </a:rPr>
                <a:t>Expected Behavior</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Producer sends small, lightweight integers (efficient).</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Consumer receives data without blocking overhead.</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Stats task logs runtime performance every 5 seconds.</a:t>
              </a:r>
            </a:p>
            <a:p>
              <a:pPr eaLnBrk="0" fontAlgn="base" hangingPunct="0">
                <a:lnSpc>
                  <a:spcPct val="150000"/>
                </a:lnSpc>
                <a:spcAft>
                  <a:spcPct val="0"/>
                </a:spcAft>
              </a:pPr>
              <a:r>
                <a:rPr lang="en-US" sz="2600" dirty="0">
                  <a:latin typeface="Tenorite (Body)"/>
                  <a:cs typeface="Arial" panose="020B0604020202020204" pitchFamily="34" charset="0"/>
                </a:rPr>
                <a:t>Output:</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(1000) DAY28: Processed value: 10</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(5000) DAY28: Runtime Stats:</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Task         Time    CPU%</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Producer     200     4%</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Consumer     300     6%</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Stats        100     2%</a:t>
              </a:r>
            </a:p>
          </p:txBody>
        </p:sp>
      </p:grpSp>
      <p:sp>
        <p:nvSpPr>
          <p:cNvPr id="5" name="Rectangle 4">
            <a:extLst>
              <a:ext uri="{FF2B5EF4-FFF2-40B4-BE49-F238E27FC236}">
                <a16:creationId xmlns:a16="http://schemas.microsoft.com/office/drawing/2014/main" id="{0E45EDCC-3B5F-672F-569C-FE8D2D8730CE}"/>
              </a:ext>
            </a:extLst>
          </p:cNvPr>
          <p:cNvSpPr/>
          <p:nvPr/>
        </p:nvSpPr>
        <p:spPr>
          <a:xfrm>
            <a:off x="10236" y="0"/>
            <a:ext cx="7772400" cy="1066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EBBC70E7-0C53-CF28-6D02-BB136648F4D0}"/>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Example – Optimizing Task Performance</a:t>
            </a:r>
          </a:p>
        </p:txBody>
      </p:sp>
      <p:sp>
        <p:nvSpPr>
          <p:cNvPr id="2" name="Freeform: Shape 1">
            <a:extLst>
              <a:ext uri="{FF2B5EF4-FFF2-40B4-BE49-F238E27FC236}">
                <a16:creationId xmlns:a16="http://schemas.microsoft.com/office/drawing/2014/main" id="{B30B03BF-315B-34B8-7D5C-0AC6D82E0B98}"/>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AF0DF29D-CFFA-4AE3-7416-ADAD913A07C7}"/>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763185852"/>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E228-493A-3263-3D25-7A15ECA964B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28A3335B-B5D9-72C2-4A96-629BF1238E2E}"/>
              </a:ext>
            </a:extLst>
          </p:cNvPr>
          <p:cNvGrpSpPr/>
          <p:nvPr/>
        </p:nvGrpSpPr>
        <p:grpSpPr>
          <a:xfrm>
            <a:off x="91440" y="-25755600"/>
            <a:ext cx="7589520" cy="34941956"/>
            <a:chOff x="91440" y="9654968"/>
            <a:chExt cx="7589520" cy="34941956"/>
          </a:xfrm>
        </p:grpSpPr>
        <p:pic>
          <p:nvPicPr>
            <p:cNvPr id="7" name="Picture 6" descr="A screen shot of a computer program&#10;&#10;AI-generated content may be incorrect.">
              <a:extLst>
                <a:ext uri="{FF2B5EF4-FFF2-40B4-BE49-F238E27FC236}">
                  <a16:creationId xmlns:a16="http://schemas.microsoft.com/office/drawing/2014/main" id="{2AF4EA48-F401-E542-5C4D-30C63E0E6DD0}"/>
                </a:ext>
              </a:extLst>
            </p:cNvPr>
            <p:cNvPicPr>
              <a:picLocks noChangeAspect="1"/>
            </p:cNvPicPr>
            <p:nvPr/>
          </p:nvPicPr>
          <p:blipFill>
            <a:blip r:embed="rId2">
              <a:extLst>
                <a:ext uri="{28A0092B-C50C-407E-A947-70E740481C1C}">
                  <a14:useLocalDpi xmlns:a14="http://schemas.microsoft.com/office/drawing/2010/main" val="0"/>
                </a:ext>
              </a:extLst>
            </a:blip>
            <a:srcRect l="4819" t="2904" r="5823" b="3039"/>
            <a:stretch>
              <a:fillRect/>
            </a:stretch>
          </p:blipFill>
          <p:spPr>
            <a:xfrm>
              <a:off x="91440" y="9654968"/>
              <a:ext cx="7589520" cy="13814632"/>
            </a:xfrm>
            <a:prstGeom prst="roundRect">
              <a:avLst>
                <a:gd name="adj" fmla="val 1382"/>
              </a:avLst>
            </a:prstGeom>
          </p:spPr>
        </p:pic>
        <p:sp>
          <p:nvSpPr>
            <p:cNvPr id="9" name="TextBox 8">
              <a:extLst>
                <a:ext uri="{FF2B5EF4-FFF2-40B4-BE49-F238E27FC236}">
                  <a16:creationId xmlns:a16="http://schemas.microsoft.com/office/drawing/2014/main" id="{EF5A0F05-6133-4F8D-817D-DEDD43E5341B}"/>
                </a:ext>
              </a:extLst>
            </p:cNvPr>
            <p:cNvSpPr txBox="1"/>
            <p:nvPr/>
          </p:nvSpPr>
          <p:spPr>
            <a:xfrm>
              <a:off x="91440" y="26839114"/>
              <a:ext cx="7589520" cy="17757810"/>
            </a:xfrm>
            <a:prstGeom prst="rect">
              <a:avLst/>
            </a:prstGeom>
            <a:noFill/>
          </p:spPr>
          <p:txBody>
            <a:bodyPr wrap="square" rtlCol="0">
              <a:spAutoFit/>
            </a:bodyPr>
            <a:lstStyle/>
            <a:p>
              <a:pPr eaLnBrk="0" fontAlgn="base" hangingPunct="0">
                <a:lnSpc>
                  <a:spcPct val="150000"/>
                </a:lnSpc>
                <a:spcAft>
                  <a:spcPct val="0"/>
                </a:spcAft>
              </a:pPr>
              <a:r>
                <a:rPr lang="en-US" sz="2600" dirty="0">
                  <a:latin typeface="Tenorite (Body)"/>
                  <a:cs typeface="Arial" panose="020B0604020202020204" pitchFamily="34" charset="0"/>
                </a:rPr>
                <a:t>This code demonstrates performance optimizations in </a:t>
              </a:r>
              <a:r>
                <a:rPr lang="en-US" sz="2600" dirty="0" err="1">
                  <a:latin typeface="Tenorite (Body)"/>
                  <a:cs typeface="Arial" panose="020B0604020202020204" pitchFamily="34" charset="0"/>
                </a:rPr>
                <a:t>FreeRTOS</a:t>
              </a:r>
              <a:r>
                <a:rPr lang="en-US" sz="2600" dirty="0">
                  <a:latin typeface="Tenorite (Body)"/>
                  <a:cs typeface="Arial" panose="020B0604020202020204" pitchFamily="34" charset="0"/>
                </a:rPr>
                <a:t> tasks.</a:t>
              </a:r>
            </a:p>
            <a:p>
              <a:pPr eaLnBrk="0" fontAlgn="base" hangingPunct="0">
                <a:lnSpc>
                  <a:spcPct val="150000"/>
                </a:lnSpc>
                <a:spcAft>
                  <a:spcPct val="0"/>
                </a:spcAft>
              </a:pPr>
              <a:r>
                <a:rPr lang="en-US" sz="2600" dirty="0">
                  <a:latin typeface="Tenorite (Body)"/>
                  <a:cs typeface="Arial" panose="020B0604020202020204" pitchFamily="34" charset="0"/>
                </a:rPr>
                <a:t>It includes a producer-consumer model using queues and task notifications,</a:t>
              </a:r>
            </a:p>
            <a:p>
              <a:pPr eaLnBrk="0" fontAlgn="base" hangingPunct="0">
                <a:lnSpc>
                  <a:spcPct val="150000"/>
                </a:lnSpc>
                <a:spcAft>
                  <a:spcPct val="0"/>
                </a:spcAft>
              </a:pPr>
              <a:r>
                <a:rPr lang="en-US" sz="2600" dirty="0">
                  <a:latin typeface="Tenorite (Body)"/>
                  <a:cs typeface="Arial" panose="020B0604020202020204" pitchFamily="34" charset="0"/>
                </a:rPr>
                <a:t>along with a stats task to monitor performance.</a:t>
              </a:r>
            </a:p>
            <a:p>
              <a:pPr eaLnBrk="0" fontAlgn="base" hangingPunct="0">
                <a:lnSpc>
                  <a:spcPct val="150000"/>
                </a:lnSpc>
                <a:spcAft>
                  <a:spcPct val="0"/>
                </a:spcAft>
              </a:pPr>
              <a:r>
                <a:rPr lang="en-US" sz="2600" dirty="0">
                  <a:latin typeface="Tenorite (Body)"/>
                  <a:cs typeface="Arial" panose="020B0604020202020204" pitchFamily="34" charset="0"/>
                </a:rPr>
                <a:t>The code is optimized for better CPU and memory usage.</a:t>
              </a:r>
            </a:p>
            <a:p>
              <a:pPr eaLnBrk="0" fontAlgn="base" hangingPunct="0">
                <a:lnSpc>
                  <a:spcPct val="150000"/>
                </a:lnSpc>
                <a:spcAft>
                  <a:spcPct val="0"/>
                </a:spcAft>
              </a:pPr>
              <a:r>
                <a:rPr lang="en-US" sz="2600" b="1" dirty="0">
                  <a:latin typeface="Tenorite (Body)"/>
                  <a:cs typeface="Arial" panose="020B0604020202020204" pitchFamily="34" charset="0"/>
                </a:rPr>
                <a:t>Key optimizations: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Use of task notifications for lightweight signaling.</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Efficient queue usage with minimal data size.</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Task priority tuning for responsiveness.</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Periodic stats collection to monitor performance.</a:t>
              </a: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marL="457200" indent="-457200" eaLnBrk="0" fontAlgn="base" hangingPunct="0">
                <a:lnSpc>
                  <a:spcPct val="150000"/>
                </a:lnSpc>
                <a:spcAft>
                  <a:spcPct val="0"/>
                </a:spcAft>
                <a:buFont typeface="Arial" panose="020B0604020202020204" pitchFamily="34" charset="0"/>
                <a:buChar char="•"/>
              </a:pPr>
              <a:endParaRPr lang="en-US" sz="2600" dirty="0">
                <a:latin typeface="Tenorite (Body)"/>
                <a:cs typeface="Arial" panose="020B0604020202020204" pitchFamily="34" charset="0"/>
              </a:endParaRPr>
            </a:p>
            <a:p>
              <a:pPr eaLnBrk="0" fontAlgn="base" hangingPunct="0">
                <a:lnSpc>
                  <a:spcPct val="150000"/>
                </a:lnSpc>
                <a:spcAft>
                  <a:spcPct val="0"/>
                </a:spcAft>
              </a:pPr>
              <a:r>
                <a:rPr lang="en-US" sz="2600" b="1" dirty="0">
                  <a:latin typeface="Tenorite (Body)"/>
                  <a:cs typeface="Arial" panose="020B0604020202020204" pitchFamily="34" charset="0"/>
                </a:rPr>
                <a:t>Expected Behavior</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Producer sends small, lightweight integers (efficient).</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Consumer receives data without blocking overhead.</a:t>
              </a:r>
            </a:p>
            <a:p>
              <a:pPr marL="457200" indent="-457200" eaLnBrk="0" fontAlgn="base" hangingPunct="0">
                <a:lnSpc>
                  <a:spcPct val="150000"/>
                </a:lnSpc>
                <a:spcAft>
                  <a:spcPct val="0"/>
                </a:spcAft>
                <a:buFont typeface="Arial" panose="020B0604020202020204" pitchFamily="34" charset="0"/>
                <a:buChar char="•"/>
              </a:pPr>
              <a:r>
                <a:rPr lang="en-US" sz="2600" dirty="0">
                  <a:latin typeface="Tenorite (Body)"/>
                  <a:cs typeface="Arial" panose="020B0604020202020204" pitchFamily="34" charset="0"/>
                </a:rPr>
                <a:t>Stats task logs runtime performance every 5 seconds.</a:t>
              </a:r>
            </a:p>
            <a:p>
              <a:pPr eaLnBrk="0" fontAlgn="base" hangingPunct="0">
                <a:lnSpc>
                  <a:spcPct val="150000"/>
                </a:lnSpc>
                <a:spcAft>
                  <a:spcPct val="0"/>
                </a:spcAft>
              </a:pPr>
              <a:r>
                <a:rPr lang="en-US" sz="2600" dirty="0">
                  <a:latin typeface="Tenorite (Body)"/>
                  <a:cs typeface="Arial" panose="020B0604020202020204" pitchFamily="34" charset="0"/>
                </a:rPr>
                <a:t>Output:</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(1000) DAY28: Processed value: 10</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I (5000) DAY28: Runtime Stats:</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Task         Time    CPU%</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Producer     200     4%</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Consumer     300     6%</a:t>
              </a:r>
            </a:p>
            <a:p>
              <a:pPr lvl="1" eaLnBrk="0" fontAlgn="base" hangingPunct="0">
                <a:lnSpc>
                  <a:spcPct val="150000"/>
                </a:lnSpc>
                <a:spcAft>
                  <a:spcPct val="0"/>
                </a:spcAft>
              </a:pPr>
              <a:r>
                <a:rPr lang="en-US" sz="2400" dirty="0">
                  <a:solidFill>
                    <a:schemeClr val="tx1">
                      <a:lumMod val="50000"/>
                      <a:lumOff val="50000"/>
                    </a:schemeClr>
                  </a:solidFill>
                  <a:latin typeface="Tenorite (Body)"/>
                  <a:cs typeface="Arial" panose="020B0604020202020204" pitchFamily="34" charset="0"/>
                </a:rPr>
                <a:t>Stats        100     2%</a:t>
              </a:r>
            </a:p>
          </p:txBody>
        </p:sp>
      </p:grpSp>
      <p:sp>
        <p:nvSpPr>
          <p:cNvPr id="5" name="Rectangle 4">
            <a:extLst>
              <a:ext uri="{FF2B5EF4-FFF2-40B4-BE49-F238E27FC236}">
                <a16:creationId xmlns:a16="http://schemas.microsoft.com/office/drawing/2014/main" id="{D53FD1E3-E9B0-9FC4-2C8E-9B342F0E6BDD}"/>
              </a:ext>
            </a:extLst>
          </p:cNvPr>
          <p:cNvSpPr/>
          <p:nvPr/>
        </p:nvSpPr>
        <p:spPr>
          <a:xfrm>
            <a:off x="10236" y="0"/>
            <a:ext cx="7772400" cy="10668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0487F7C1-5662-BB14-BA2B-BE2C383DD0D3}"/>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Example – Optimizing Task Performance</a:t>
            </a:r>
          </a:p>
        </p:txBody>
      </p:sp>
      <p:sp>
        <p:nvSpPr>
          <p:cNvPr id="2" name="Freeform: Shape 1">
            <a:extLst>
              <a:ext uri="{FF2B5EF4-FFF2-40B4-BE49-F238E27FC236}">
                <a16:creationId xmlns:a16="http://schemas.microsoft.com/office/drawing/2014/main" id="{2661368B-257D-5B93-EDA4-08629BF4D616}"/>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72001FBF-B9E9-A879-A1EB-0627D4E1F80F}"/>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Rectangle: Rounded Corners 2">
            <a:extLst>
              <a:ext uri="{FF2B5EF4-FFF2-40B4-BE49-F238E27FC236}">
                <a16:creationId xmlns:a16="http://schemas.microsoft.com/office/drawing/2014/main" id="{BF673506-1E02-C6E3-A664-C30B3DA986B8}"/>
              </a:ext>
            </a:extLst>
          </p:cNvPr>
          <p:cNvSpPr/>
          <p:nvPr/>
        </p:nvSpPr>
        <p:spPr>
          <a:xfrm>
            <a:off x="285750" y="-9906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Best Practices</a:t>
            </a:r>
          </a:p>
        </p:txBody>
      </p:sp>
    </p:spTree>
    <p:extLst>
      <p:ext uri="{BB962C8B-B14F-4D97-AF65-F5344CB8AC3E}">
        <p14:creationId xmlns:p14="http://schemas.microsoft.com/office/powerpoint/2010/main" val="4176075139"/>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4F01C-6D7A-FEE8-EA5B-E0C883FC3C00}"/>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FCE7DDBD-1FBB-5F0E-1682-75795212BC19}"/>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1CDD90CA-306C-4262-C0AB-6CCF91205BF4}"/>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B8E769B1-BD4C-CB22-B6CA-5EE6EACE84AC}"/>
              </a:ext>
            </a:extLst>
          </p:cNvPr>
          <p:cNvSpPr/>
          <p:nvPr/>
        </p:nvSpPr>
        <p:spPr>
          <a:xfrm>
            <a:off x="285750" y="45720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Best Practices</a:t>
            </a:r>
          </a:p>
        </p:txBody>
      </p:sp>
    </p:spTree>
    <p:extLst>
      <p:ext uri="{BB962C8B-B14F-4D97-AF65-F5344CB8AC3E}">
        <p14:creationId xmlns:p14="http://schemas.microsoft.com/office/powerpoint/2010/main" val="3240974164"/>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7CFBF-832C-EB2D-66C1-B44FB728D7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5B3D10-CD0E-7B81-3626-463C888765E4}"/>
              </a:ext>
            </a:extLst>
          </p:cNvPr>
          <p:cNvSpPr txBox="1"/>
          <p:nvPr/>
        </p:nvSpPr>
        <p:spPr>
          <a:xfrm>
            <a:off x="91440" y="731520"/>
            <a:ext cx="7589520" cy="6482800"/>
          </a:xfrm>
          <a:prstGeom prst="rect">
            <a:avLst/>
          </a:prstGeom>
          <a:noFill/>
        </p:spPr>
        <p:txBody>
          <a:bodyPr wrap="square" rtlCol="0">
            <a:spAutoFit/>
          </a:bodyPr>
          <a:lstStyle/>
          <a:p>
            <a:pPr eaLnBrk="0" fontAlgn="base" hangingPunct="0">
              <a:lnSpc>
                <a:spcPct val="150000"/>
              </a:lnSpc>
              <a:spcAft>
                <a:spcPct val="0"/>
              </a:spcAft>
            </a:pPr>
            <a:r>
              <a:rPr lang="en-US" sz="2800" dirty="0">
                <a:latin typeface="Tenorite (Body)"/>
                <a:cs typeface="Arial" panose="020B0604020202020204" pitchFamily="34" charset="0"/>
              </a:rPr>
              <a:t>✅ Use </a:t>
            </a:r>
            <a:r>
              <a:rPr lang="en-US" sz="2800" b="1" dirty="0">
                <a:latin typeface="Tenorite (Body)"/>
                <a:cs typeface="Arial" panose="020B0604020202020204" pitchFamily="34" charset="0"/>
              </a:rPr>
              <a:t>task notifications </a:t>
            </a:r>
            <a:r>
              <a:rPr lang="en-US" sz="2800" dirty="0">
                <a:latin typeface="Tenorite (Body)"/>
                <a:cs typeface="Arial" panose="020B0604020202020204" pitchFamily="34" charset="0"/>
              </a:rPr>
              <a:t>for ISR-to-task and </a:t>
            </a:r>
          </a:p>
          <a:p>
            <a:pPr marL="594360" eaLnBrk="0" fontAlgn="base" hangingPunct="0">
              <a:lnSpc>
                <a:spcPct val="150000"/>
              </a:lnSpc>
              <a:spcAft>
                <a:spcPct val="0"/>
              </a:spcAft>
            </a:pPr>
            <a:r>
              <a:rPr lang="en-US" sz="2800" dirty="0">
                <a:latin typeface="Tenorite (Body)"/>
                <a:cs typeface="Arial" panose="020B0604020202020204" pitchFamily="34" charset="0"/>
              </a:rPr>
              <a:t>one-to-one signaling.</a:t>
            </a:r>
          </a:p>
          <a:p>
            <a:pPr eaLnBrk="0" fontAlgn="base" hangingPunct="0">
              <a:lnSpc>
                <a:spcPct val="150000"/>
              </a:lnSpc>
              <a:spcAft>
                <a:spcPct val="0"/>
              </a:spcAft>
            </a:pPr>
            <a:r>
              <a:rPr lang="en-US" sz="2800" dirty="0">
                <a:latin typeface="Tenorite (Body)"/>
                <a:cs typeface="Arial" panose="020B0604020202020204" pitchFamily="34" charset="0"/>
              </a:rPr>
              <a:t>✅ Keep </a:t>
            </a:r>
            <a:r>
              <a:rPr lang="en-US" sz="2800" b="1" dirty="0">
                <a:latin typeface="Tenorite (Body)"/>
                <a:cs typeface="Arial" panose="020B0604020202020204" pitchFamily="34" charset="0"/>
              </a:rPr>
              <a:t>critical tasks short and deterministic</a:t>
            </a:r>
            <a:r>
              <a:rPr lang="en-US" sz="2800" dirty="0">
                <a:latin typeface="Tenorite (Body)"/>
                <a:cs typeface="Arial" panose="020B0604020202020204" pitchFamily="34" charset="0"/>
              </a:rPr>
              <a:t>.</a:t>
            </a:r>
          </a:p>
          <a:p>
            <a:pPr eaLnBrk="0" fontAlgn="base" hangingPunct="0">
              <a:lnSpc>
                <a:spcPct val="150000"/>
              </a:lnSpc>
              <a:spcAft>
                <a:spcPct val="0"/>
              </a:spcAft>
            </a:pPr>
            <a:r>
              <a:rPr lang="en-US" sz="2800" dirty="0">
                <a:latin typeface="Tenorite (Body)"/>
                <a:cs typeface="Arial" panose="020B0604020202020204" pitchFamily="34" charset="0"/>
              </a:rPr>
              <a:t>✅ Tune </a:t>
            </a:r>
            <a:r>
              <a:rPr lang="en-US" sz="2800" b="1" dirty="0">
                <a:latin typeface="Tenorite (Body)"/>
                <a:cs typeface="Arial" panose="020B0604020202020204" pitchFamily="34" charset="0"/>
              </a:rPr>
              <a:t>tick rate </a:t>
            </a:r>
            <a:r>
              <a:rPr lang="en-US" sz="2800" dirty="0">
                <a:latin typeface="Tenorite (Body)"/>
                <a:cs typeface="Arial" panose="020B0604020202020204" pitchFamily="34" charset="0"/>
              </a:rPr>
              <a:t>(Day 22) carefully — higher </a:t>
            </a:r>
          </a:p>
          <a:p>
            <a:pPr marL="594360" eaLnBrk="0" fontAlgn="base" hangingPunct="0">
              <a:lnSpc>
                <a:spcPct val="150000"/>
              </a:lnSpc>
              <a:spcAft>
                <a:spcPct val="0"/>
              </a:spcAft>
            </a:pPr>
            <a:r>
              <a:rPr lang="en-US" sz="2800" dirty="0">
                <a:latin typeface="Tenorite (Body)"/>
                <a:cs typeface="Arial" panose="020B0604020202020204" pitchFamily="34" charset="0"/>
              </a:rPr>
              <a:t>rates = more overhead.</a:t>
            </a:r>
          </a:p>
          <a:p>
            <a:pPr eaLnBrk="0" fontAlgn="base" hangingPunct="0">
              <a:lnSpc>
                <a:spcPct val="150000"/>
              </a:lnSpc>
              <a:spcAft>
                <a:spcPct val="0"/>
              </a:spcAft>
            </a:pPr>
            <a:r>
              <a:rPr lang="en-US" sz="2800" dirty="0">
                <a:latin typeface="Tenorite (Body)"/>
                <a:cs typeface="Arial" panose="020B0604020202020204" pitchFamily="34" charset="0"/>
              </a:rPr>
              <a:t>✅ Regularly check </a:t>
            </a:r>
            <a:r>
              <a:rPr lang="en-US" sz="2800" b="1" dirty="0">
                <a:latin typeface="Tenorite (Body)"/>
                <a:cs typeface="Arial" panose="020B0604020202020204" pitchFamily="34" charset="0"/>
              </a:rPr>
              <a:t>stack usage </a:t>
            </a:r>
            <a:r>
              <a:rPr lang="en-US" sz="2800" dirty="0">
                <a:latin typeface="Tenorite (Body)"/>
                <a:cs typeface="Arial" panose="020B0604020202020204" pitchFamily="34" charset="0"/>
              </a:rPr>
              <a:t>and </a:t>
            </a:r>
            <a:r>
              <a:rPr lang="en-US" sz="2800" b="1" dirty="0">
                <a:latin typeface="Tenorite (Body)"/>
                <a:cs typeface="Arial" panose="020B0604020202020204" pitchFamily="34" charset="0"/>
              </a:rPr>
              <a:t>heap </a:t>
            </a:r>
          </a:p>
          <a:p>
            <a:pPr marL="594360" eaLnBrk="0" fontAlgn="base" hangingPunct="0">
              <a:lnSpc>
                <a:spcPct val="150000"/>
              </a:lnSpc>
              <a:spcAft>
                <a:spcPct val="0"/>
              </a:spcAft>
            </a:pPr>
            <a:r>
              <a:rPr lang="en-US" sz="2800" b="1" dirty="0">
                <a:latin typeface="Tenorite (Body)"/>
                <a:cs typeface="Arial" panose="020B0604020202020204" pitchFamily="34" charset="0"/>
              </a:rPr>
              <a:t>headroom</a:t>
            </a:r>
            <a:r>
              <a:rPr lang="en-US" sz="2800" dirty="0">
                <a:latin typeface="Tenorite (Body)"/>
                <a:cs typeface="Arial" panose="020B0604020202020204" pitchFamily="34" charset="0"/>
              </a:rPr>
              <a:t>.</a:t>
            </a:r>
          </a:p>
          <a:p>
            <a:pPr eaLnBrk="0" fontAlgn="base" hangingPunct="0">
              <a:lnSpc>
                <a:spcPct val="150000"/>
              </a:lnSpc>
              <a:spcAft>
                <a:spcPct val="0"/>
              </a:spcAft>
            </a:pPr>
            <a:r>
              <a:rPr lang="en-US" sz="2800" dirty="0">
                <a:latin typeface="Tenorite (Body)"/>
                <a:cs typeface="Arial" panose="020B0604020202020204" pitchFamily="34" charset="0"/>
              </a:rPr>
              <a:t>✅ Use </a:t>
            </a:r>
            <a:r>
              <a:rPr lang="en-US" sz="2800" b="1" dirty="0">
                <a:latin typeface="Tenorite (Body)"/>
                <a:cs typeface="Arial" panose="020B0604020202020204" pitchFamily="34" charset="0"/>
              </a:rPr>
              <a:t>trace tools </a:t>
            </a:r>
            <a:r>
              <a:rPr lang="en-US" sz="2800" dirty="0">
                <a:latin typeface="Tenorite (Body)"/>
                <a:cs typeface="Arial" panose="020B0604020202020204" pitchFamily="34" charset="0"/>
              </a:rPr>
              <a:t>to catch hidden bottlenecks.</a:t>
            </a:r>
          </a:p>
          <a:p>
            <a:pPr eaLnBrk="0" fontAlgn="base" hangingPunct="0">
              <a:lnSpc>
                <a:spcPct val="150000"/>
              </a:lnSpc>
              <a:spcAft>
                <a:spcPct val="0"/>
              </a:spcAft>
            </a:pPr>
            <a:r>
              <a:rPr lang="en-US" sz="2800" dirty="0">
                <a:latin typeface="Tenorite (Body)"/>
                <a:cs typeface="Arial" panose="020B0604020202020204" pitchFamily="34" charset="0"/>
              </a:rPr>
              <a:t>✅ Avoid </a:t>
            </a:r>
            <a:r>
              <a:rPr lang="en-US" sz="2800" dirty="0" err="1">
                <a:highlight>
                  <a:srgbClr val="C0C0C0"/>
                </a:highlight>
                <a:latin typeface="Tenorite (Body)"/>
                <a:cs typeface="Arial" panose="020B0604020202020204" pitchFamily="34" charset="0"/>
              </a:rPr>
              <a:t>printf</a:t>
            </a:r>
            <a:r>
              <a:rPr lang="en-US" sz="2800" dirty="0">
                <a:latin typeface="Tenorite (Body)"/>
                <a:cs typeface="Arial" panose="020B0604020202020204" pitchFamily="34" charset="0"/>
              </a:rPr>
              <a:t> in high-frequency tasks (replace </a:t>
            </a:r>
          </a:p>
          <a:p>
            <a:pPr marL="594360" eaLnBrk="0" fontAlgn="base" hangingPunct="0">
              <a:lnSpc>
                <a:spcPct val="150000"/>
              </a:lnSpc>
              <a:spcAft>
                <a:spcPct val="0"/>
              </a:spcAft>
            </a:pPr>
            <a:r>
              <a:rPr lang="en-US" sz="2800" dirty="0">
                <a:latin typeface="Tenorite (Body)"/>
                <a:cs typeface="Arial" panose="020B0604020202020204" pitchFamily="34" charset="0"/>
              </a:rPr>
              <a:t>with queue-to-logger).</a:t>
            </a:r>
          </a:p>
        </p:txBody>
      </p:sp>
      <p:sp>
        <p:nvSpPr>
          <p:cNvPr id="5" name="Rectangle 4">
            <a:extLst>
              <a:ext uri="{FF2B5EF4-FFF2-40B4-BE49-F238E27FC236}">
                <a16:creationId xmlns:a16="http://schemas.microsoft.com/office/drawing/2014/main" id="{316FC637-3CD0-41E9-CB48-1BF86D8A5D3B}"/>
              </a:ext>
            </a:extLst>
          </p:cNvPr>
          <p:cNvSpPr/>
          <p:nvPr/>
        </p:nvSpPr>
        <p:spPr>
          <a:xfrm>
            <a:off x="10236" y="0"/>
            <a:ext cx="7772400" cy="838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D5CBC535-A524-38F9-6511-599CF7D63BBB}"/>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Best Practices</a:t>
            </a:r>
          </a:p>
        </p:txBody>
      </p:sp>
      <p:sp>
        <p:nvSpPr>
          <p:cNvPr id="2" name="Freeform: Shape 1">
            <a:extLst>
              <a:ext uri="{FF2B5EF4-FFF2-40B4-BE49-F238E27FC236}">
                <a16:creationId xmlns:a16="http://schemas.microsoft.com/office/drawing/2014/main" id="{F238AF30-B8CF-ACF6-1832-C4943827ED58}"/>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29AD28F6-B2D6-606A-51D2-A3EF46C6AA03}"/>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642F4DCF-083A-9787-51AC-51D5160DA1FB}"/>
              </a:ext>
            </a:extLst>
          </p:cNvPr>
          <p:cNvSpPr/>
          <p:nvPr/>
        </p:nvSpPr>
        <p:spPr>
          <a:xfrm>
            <a:off x="285750" y="-9906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Summary</a:t>
            </a:r>
          </a:p>
        </p:txBody>
      </p:sp>
    </p:spTree>
    <p:extLst>
      <p:ext uri="{BB962C8B-B14F-4D97-AF65-F5344CB8AC3E}">
        <p14:creationId xmlns:p14="http://schemas.microsoft.com/office/powerpoint/2010/main" val="3314562023"/>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302D5-765E-83DF-4199-A39D7423B31C}"/>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041DB4A2-36B0-0691-A22D-03C6A866EFBC}"/>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AE7EB04A-B67E-D812-F791-9414B0501BA6}"/>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06310E30-B746-79D6-5497-2961B01AB998}"/>
              </a:ext>
            </a:extLst>
          </p:cNvPr>
          <p:cNvSpPr/>
          <p:nvPr/>
        </p:nvSpPr>
        <p:spPr>
          <a:xfrm>
            <a:off x="285750" y="45720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Summary</a:t>
            </a:r>
          </a:p>
        </p:txBody>
      </p:sp>
    </p:spTree>
    <p:extLst>
      <p:ext uri="{BB962C8B-B14F-4D97-AF65-F5344CB8AC3E}">
        <p14:creationId xmlns:p14="http://schemas.microsoft.com/office/powerpoint/2010/main" val="3147208091"/>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827B0-9070-59B7-2098-E248015DDC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97EFB4-D5EE-4BFA-9CC7-C94628AB888A}"/>
              </a:ext>
            </a:extLst>
          </p:cNvPr>
          <p:cNvSpPr txBox="1"/>
          <p:nvPr/>
        </p:nvSpPr>
        <p:spPr>
          <a:xfrm>
            <a:off x="91440" y="731520"/>
            <a:ext cx="7589520" cy="5836470"/>
          </a:xfrm>
          <a:prstGeom prst="rect">
            <a:avLst/>
          </a:prstGeom>
          <a:noFill/>
        </p:spPr>
        <p:txBody>
          <a:bodyPr wrap="square" rtlCol="0">
            <a:spAutoFit/>
          </a:bodyPr>
          <a:lstStyle/>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Performance optimization ensures </a:t>
            </a:r>
            <a:r>
              <a:rPr lang="en-US" sz="2800" b="1" dirty="0">
                <a:latin typeface="Tenorite (Body)"/>
                <a:cs typeface="Arial" panose="020B0604020202020204" pitchFamily="34" charset="0"/>
              </a:rPr>
              <a:t>predictable, real-time execution</a:t>
            </a:r>
            <a:r>
              <a:rPr lang="en-US" sz="2800" dirty="0">
                <a:latin typeface="Tenorite (Body)"/>
                <a:cs typeface="Arial" panose="020B0604020202020204" pitchFamily="34" charset="0"/>
              </a:rPr>
              <a:t>.</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Optimize task priorities, context switches, and queue usage.</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Use task notifications for efficiency.</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Profile and measure system behavior with stats and tracing tools.</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Efficient design = </a:t>
            </a:r>
            <a:r>
              <a:rPr lang="en-US" sz="2800" b="1" dirty="0">
                <a:latin typeface="Tenorite (Body)"/>
                <a:cs typeface="Arial" panose="020B0604020202020204" pitchFamily="34" charset="0"/>
              </a:rPr>
              <a:t>longer battery life, faster response, higher reliability</a:t>
            </a:r>
            <a:r>
              <a:rPr lang="en-US" sz="2800" dirty="0">
                <a:latin typeface="Tenorite (Body)"/>
                <a:cs typeface="Arial" panose="020B0604020202020204" pitchFamily="34" charset="0"/>
              </a:rPr>
              <a:t>.</a:t>
            </a:r>
          </a:p>
        </p:txBody>
      </p:sp>
      <p:sp>
        <p:nvSpPr>
          <p:cNvPr id="5" name="Rectangle 4">
            <a:extLst>
              <a:ext uri="{FF2B5EF4-FFF2-40B4-BE49-F238E27FC236}">
                <a16:creationId xmlns:a16="http://schemas.microsoft.com/office/drawing/2014/main" id="{0260E69B-EFC9-C4D0-33C5-FAD6C27B22F1}"/>
              </a:ext>
            </a:extLst>
          </p:cNvPr>
          <p:cNvSpPr/>
          <p:nvPr/>
        </p:nvSpPr>
        <p:spPr>
          <a:xfrm>
            <a:off x="10236" y="0"/>
            <a:ext cx="7772400" cy="838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AFBAAE36-CCC3-7E71-CD45-24E5E4EB951D}"/>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Summary</a:t>
            </a:r>
          </a:p>
        </p:txBody>
      </p:sp>
      <p:sp>
        <p:nvSpPr>
          <p:cNvPr id="2" name="Freeform: Shape 1">
            <a:extLst>
              <a:ext uri="{FF2B5EF4-FFF2-40B4-BE49-F238E27FC236}">
                <a16:creationId xmlns:a16="http://schemas.microsoft.com/office/drawing/2014/main" id="{AB586BA6-A93D-D080-70FF-462F7C3E1F90}"/>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44924CED-EBE2-E6BF-5542-03787A33A6BC}"/>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A613E976-8F4A-357F-75A9-762B715A4290}"/>
              </a:ext>
            </a:extLst>
          </p:cNvPr>
          <p:cNvSpPr/>
          <p:nvPr/>
        </p:nvSpPr>
        <p:spPr>
          <a:xfrm>
            <a:off x="285750" y="-9906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Challenge for Today</a:t>
            </a:r>
          </a:p>
        </p:txBody>
      </p:sp>
    </p:spTree>
    <p:extLst>
      <p:ext uri="{BB962C8B-B14F-4D97-AF65-F5344CB8AC3E}">
        <p14:creationId xmlns:p14="http://schemas.microsoft.com/office/powerpoint/2010/main" val="2806231004"/>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FFBC-D321-9B8E-A0DB-401F8ED8C02A}"/>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B0B18E5F-749F-C63E-285F-1616B9888D2B}"/>
              </a:ext>
            </a:extLst>
          </p:cNvPr>
          <p:cNvSpPr/>
          <p:nvPr/>
        </p:nvSpPr>
        <p:spPr>
          <a:xfrm rot="5400000">
            <a:off x="-2182367"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Freeform: Shape 2">
            <a:extLst>
              <a:ext uri="{FF2B5EF4-FFF2-40B4-BE49-F238E27FC236}">
                <a16:creationId xmlns:a16="http://schemas.microsoft.com/office/drawing/2014/main" id="{188A6278-C03A-334B-208B-FC783E5DFFD5}"/>
              </a:ext>
            </a:extLst>
          </p:cNvPr>
          <p:cNvSpPr/>
          <p:nvPr/>
        </p:nvSpPr>
        <p:spPr>
          <a:xfrm rot="5400000">
            <a:off x="-64769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alphaModFix/>
            </a:blip>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Rounded Corners 3">
            <a:extLst>
              <a:ext uri="{FF2B5EF4-FFF2-40B4-BE49-F238E27FC236}">
                <a16:creationId xmlns:a16="http://schemas.microsoft.com/office/drawing/2014/main" id="{21C46DFB-6EAB-C264-A719-A95855965C8D}"/>
              </a:ext>
            </a:extLst>
          </p:cNvPr>
          <p:cNvSpPr/>
          <p:nvPr/>
        </p:nvSpPr>
        <p:spPr>
          <a:xfrm>
            <a:off x="285750" y="4572000"/>
            <a:ext cx="7200900" cy="9144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spc="185" dirty="0">
                <a:solidFill>
                  <a:schemeClr val="tx1"/>
                </a:solidFill>
                <a:latin typeface="Tenorite (Body)"/>
                <a:cs typeface="Arial" panose="020B0604020202020204" pitchFamily="34" charset="0"/>
              </a:rPr>
              <a:t>Challenge for Today</a:t>
            </a:r>
          </a:p>
        </p:txBody>
      </p:sp>
    </p:spTree>
    <p:extLst>
      <p:ext uri="{BB962C8B-B14F-4D97-AF65-F5344CB8AC3E}">
        <p14:creationId xmlns:p14="http://schemas.microsoft.com/office/powerpoint/2010/main" val="668776"/>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EF2AC-AFA5-CA88-249D-B1C2DDFF4F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068C21-02FD-A62A-0CBB-81D59A9C5FF4}"/>
              </a:ext>
            </a:extLst>
          </p:cNvPr>
          <p:cNvSpPr txBox="1"/>
          <p:nvPr/>
        </p:nvSpPr>
        <p:spPr>
          <a:xfrm>
            <a:off x="91440" y="731520"/>
            <a:ext cx="7589520" cy="5190139"/>
          </a:xfrm>
          <a:prstGeom prst="rect">
            <a:avLst/>
          </a:prstGeom>
          <a:noFill/>
        </p:spPr>
        <p:txBody>
          <a:bodyPr wrap="square" rtlCol="0">
            <a:spAutoFit/>
          </a:bodyPr>
          <a:lstStyle/>
          <a:p>
            <a:pPr eaLnBrk="0" fontAlgn="base" hangingPunct="0">
              <a:lnSpc>
                <a:spcPct val="150000"/>
              </a:lnSpc>
              <a:spcAft>
                <a:spcPct val="0"/>
              </a:spcAft>
            </a:pPr>
            <a:r>
              <a:rPr lang="en-US" sz="2800" dirty="0">
                <a:latin typeface="Tenorite (Body)"/>
                <a:cs typeface="Arial" panose="020B0604020202020204" pitchFamily="34" charset="0"/>
              </a:rPr>
              <a:t>Extend today’s project by:</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Replace the queue with task notifications and compare CPU usage.</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Increase the producer frequency (e.g., 1 </a:t>
            </a:r>
            <a:r>
              <a:rPr lang="en-US" sz="2800" dirty="0" err="1">
                <a:latin typeface="Tenorite (Body)"/>
                <a:cs typeface="Arial" panose="020B0604020202020204" pitchFamily="34" charset="0"/>
              </a:rPr>
              <a:t>ms</a:t>
            </a:r>
            <a:r>
              <a:rPr lang="en-US" sz="2800" dirty="0">
                <a:latin typeface="Tenorite (Body)"/>
                <a:cs typeface="Arial" panose="020B0604020202020204" pitchFamily="34" charset="0"/>
              </a:rPr>
              <a:t> delay) and measure system impact.</a:t>
            </a:r>
          </a:p>
          <a:p>
            <a:pPr marL="457200" indent="-457200" eaLnBrk="0" fontAlgn="base" hangingPunct="0">
              <a:lnSpc>
                <a:spcPct val="150000"/>
              </a:lnSpc>
              <a:spcAft>
                <a:spcPct val="0"/>
              </a:spcAft>
              <a:buFont typeface="Arial" panose="020B0604020202020204" pitchFamily="34" charset="0"/>
              <a:buChar char="•"/>
            </a:pPr>
            <a:r>
              <a:rPr lang="en-US" sz="2800" dirty="0">
                <a:latin typeface="Tenorite (Body)"/>
                <a:cs typeface="Arial" panose="020B0604020202020204" pitchFamily="34" charset="0"/>
              </a:rPr>
              <a:t>Add a logging task with a mutex-protected UART and compare performance with direct ESP_LOGI calls inside tasks.</a:t>
            </a:r>
          </a:p>
        </p:txBody>
      </p:sp>
      <p:sp>
        <p:nvSpPr>
          <p:cNvPr id="5" name="Rectangle 4">
            <a:extLst>
              <a:ext uri="{FF2B5EF4-FFF2-40B4-BE49-F238E27FC236}">
                <a16:creationId xmlns:a16="http://schemas.microsoft.com/office/drawing/2014/main" id="{860BEEA5-CF40-A209-EB1C-19EDF1562016}"/>
              </a:ext>
            </a:extLst>
          </p:cNvPr>
          <p:cNvSpPr/>
          <p:nvPr/>
        </p:nvSpPr>
        <p:spPr>
          <a:xfrm>
            <a:off x="10236" y="0"/>
            <a:ext cx="7772400" cy="838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spc="185" dirty="0">
              <a:solidFill>
                <a:schemeClr val="tx1"/>
              </a:solidFill>
              <a:latin typeface="Tenorite (Body)"/>
              <a:cs typeface="Arial" panose="020B0604020202020204" pitchFamily="34" charset="0"/>
            </a:endParaRPr>
          </a:p>
        </p:txBody>
      </p:sp>
      <p:sp>
        <p:nvSpPr>
          <p:cNvPr id="8" name="Rectangle: Rounded Corners 7">
            <a:extLst>
              <a:ext uri="{FF2B5EF4-FFF2-40B4-BE49-F238E27FC236}">
                <a16:creationId xmlns:a16="http://schemas.microsoft.com/office/drawing/2014/main" id="{94083150-D2F5-985F-AFC0-052AC0A1B80E}"/>
              </a:ext>
            </a:extLst>
          </p:cNvPr>
          <p:cNvSpPr/>
          <p:nvPr/>
        </p:nvSpPr>
        <p:spPr>
          <a:xfrm>
            <a:off x="952500" y="91440"/>
            <a:ext cx="5867400" cy="746760"/>
          </a:xfrm>
          <a:prstGeom prst="roundRect">
            <a:avLst>
              <a:gd name="adj" fmla="val 10991"/>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spc="185" dirty="0">
                <a:solidFill>
                  <a:schemeClr val="tx1"/>
                </a:solidFill>
                <a:latin typeface="Tenorite (Body)"/>
                <a:cs typeface="Arial" panose="020B0604020202020204" pitchFamily="34" charset="0"/>
              </a:rPr>
              <a:t>Challenge for Today</a:t>
            </a:r>
          </a:p>
        </p:txBody>
      </p:sp>
      <p:sp>
        <p:nvSpPr>
          <p:cNvPr id="2" name="Freeform: Shape 1">
            <a:extLst>
              <a:ext uri="{FF2B5EF4-FFF2-40B4-BE49-F238E27FC236}">
                <a16:creationId xmlns:a16="http://schemas.microsoft.com/office/drawing/2014/main" id="{D602B870-AD00-ECE5-45E5-67934C850288}"/>
              </a:ext>
            </a:extLst>
          </p:cNvPr>
          <p:cNvSpPr/>
          <p:nvPr/>
        </p:nvSpPr>
        <p:spPr>
          <a:xfrm rot="5400000">
            <a:off x="-9895330" y="675130"/>
            <a:ext cx="10820400" cy="8708139"/>
          </a:xfrm>
          <a:custGeom>
            <a:avLst/>
            <a:gdLst>
              <a:gd name="connsiteX0" fmla="*/ 9829800 w 10820400"/>
              <a:gd name="connsiteY0" fmla="*/ 416052 h 8708139"/>
              <a:gd name="connsiteX1" fmla="*/ 10037826 w 10820400"/>
              <a:gd name="connsiteY1" fmla="*/ 0 h 8708139"/>
              <a:gd name="connsiteX2" fmla="*/ 10612374 w 10820400"/>
              <a:gd name="connsiteY2" fmla="*/ 0 h 8708139"/>
              <a:gd name="connsiteX3" fmla="*/ 10820400 w 10820400"/>
              <a:gd name="connsiteY3" fmla="*/ 416052 h 8708139"/>
              <a:gd name="connsiteX4" fmla="*/ 10612374 w 10820400"/>
              <a:gd name="connsiteY4" fmla="*/ 832104 h 8708139"/>
              <a:gd name="connsiteX5" fmla="*/ 10037826 w 10820400"/>
              <a:gd name="connsiteY5" fmla="*/ 832104 h 8708139"/>
              <a:gd name="connsiteX6" fmla="*/ 9829800 w 10820400"/>
              <a:gd name="connsiteY6" fmla="*/ 1290829 h 8708139"/>
              <a:gd name="connsiteX7" fmla="*/ 10037826 w 10820400"/>
              <a:gd name="connsiteY7" fmla="*/ 874777 h 8708139"/>
              <a:gd name="connsiteX8" fmla="*/ 10612374 w 10820400"/>
              <a:gd name="connsiteY8" fmla="*/ 874777 h 8708139"/>
              <a:gd name="connsiteX9" fmla="*/ 10820400 w 10820400"/>
              <a:gd name="connsiteY9" fmla="*/ 1290829 h 8708139"/>
              <a:gd name="connsiteX10" fmla="*/ 10612374 w 10820400"/>
              <a:gd name="connsiteY10" fmla="*/ 1706881 h 8708139"/>
              <a:gd name="connsiteX11" fmla="*/ 10037826 w 10820400"/>
              <a:gd name="connsiteY11" fmla="*/ 1706881 h 8708139"/>
              <a:gd name="connsiteX12" fmla="*/ 9829800 w 10820400"/>
              <a:gd name="connsiteY12" fmla="*/ 2165606 h 8708139"/>
              <a:gd name="connsiteX13" fmla="*/ 10037826 w 10820400"/>
              <a:gd name="connsiteY13" fmla="*/ 1749554 h 8708139"/>
              <a:gd name="connsiteX14" fmla="*/ 10612374 w 10820400"/>
              <a:gd name="connsiteY14" fmla="*/ 1749554 h 8708139"/>
              <a:gd name="connsiteX15" fmla="*/ 10820400 w 10820400"/>
              <a:gd name="connsiteY15" fmla="*/ 2165606 h 8708139"/>
              <a:gd name="connsiteX16" fmla="*/ 10612374 w 10820400"/>
              <a:gd name="connsiteY16" fmla="*/ 2581658 h 8708139"/>
              <a:gd name="connsiteX17" fmla="*/ 10037826 w 10820400"/>
              <a:gd name="connsiteY17" fmla="*/ 2581658 h 8708139"/>
              <a:gd name="connsiteX18" fmla="*/ 9829800 w 10820400"/>
              <a:gd name="connsiteY18" fmla="*/ 3040383 h 8708139"/>
              <a:gd name="connsiteX19" fmla="*/ 10037826 w 10820400"/>
              <a:gd name="connsiteY19" fmla="*/ 2624331 h 8708139"/>
              <a:gd name="connsiteX20" fmla="*/ 10612374 w 10820400"/>
              <a:gd name="connsiteY20" fmla="*/ 2624331 h 8708139"/>
              <a:gd name="connsiteX21" fmla="*/ 10820400 w 10820400"/>
              <a:gd name="connsiteY21" fmla="*/ 3040383 h 8708139"/>
              <a:gd name="connsiteX22" fmla="*/ 10612374 w 10820400"/>
              <a:gd name="connsiteY22" fmla="*/ 3456435 h 8708139"/>
              <a:gd name="connsiteX23" fmla="*/ 10037826 w 10820400"/>
              <a:gd name="connsiteY23" fmla="*/ 3456435 h 8708139"/>
              <a:gd name="connsiteX24" fmla="*/ 9829800 w 10820400"/>
              <a:gd name="connsiteY24" fmla="*/ 3915160 h 8708139"/>
              <a:gd name="connsiteX25" fmla="*/ 10037826 w 10820400"/>
              <a:gd name="connsiteY25" fmla="*/ 3499108 h 8708139"/>
              <a:gd name="connsiteX26" fmla="*/ 10612374 w 10820400"/>
              <a:gd name="connsiteY26" fmla="*/ 3499108 h 8708139"/>
              <a:gd name="connsiteX27" fmla="*/ 10820400 w 10820400"/>
              <a:gd name="connsiteY27" fmla="*/ 3915160 h 8708139"/>
              <a:gd name="connsiteX28" fmla="*/ 10612374 w 10820400"/>
              <a:gd name="connsiteY28" fmla="*/ 4331212 h 8708139"/>
              <a:gd name="connsiteX29" fmla="*/ 10037826 w 10820400"/>
              <a:gd name="connsiteY29" fmla="*/ 4331212 h 8708139"/>
              <a:gd name="connsiteX30" fmla="*/ 9829800 w 10820400"/>
              <a:gd name="connsiteY30" fmla="*/ 4789927 h 8708139"/>
              <a:gd name="connsiteX31" fmla="*/ 10037826 w 10820400"/>
              <a:gd name="connsiteY31" fmla="*/ 4373877 h 8708139"/>
              <a:gd name="connsiteX32" fmla="*/ 10612374 w 10820400"/>
              <a:gd name="connsiteY32" fmla="*/ 4373877 h 8708139"/>
              <a:gd name="connsiteX33" fmla="*/ 10820400 w 10820400"/>
              <a:gd name="connsiteY33" fmla="*/ 4789927 h 8708139"/>
              <a:gd name="connsiteX34" fmla="*/ 10612374 w 10820400"/>
              <a:gd name="connsiteY34" fmla="*/ 5205979 h 8708139"/>
              <a:gd name="connsiteX35" fmla="*/ 10037826 w 10820400"/>
              <a:gd name="connsiteY35" fmla="*/ 5205979 h 8708139"/>
              <a:gd name="connsiteX36" fmla="*/ 9829800 w 10820400"/>
              <a:gd name="connsiteY36" fmla="*/ 5664703 h 8708139"/>
              <a:gd name="connsiteX37" fmla="*/ 10037826 w 10820400"/>
              <a:gd name="connsiteY37" fmla="*/ 5248651 h 8708139"/>
              <a:gd name="connsiteX38" fmla="*/ 10612374 w 10820400"/>
              <a:gd name="connsiteY38" fmla="*/ 5248651 h 8708139"/>
              <a:gd name="connsiteX39" fmla="*/ 10820400 w 10820400"/>
              <a:gd name="connsiteY39" fmla="*/ 5664703 h 8708139"/>
              <a:gd name="connsiteX40" fmla="*/ 10612374 w 10820400"/>
              <a:gd name="connsiteY40" fmla="*/ 6080755 h 8708139"/>
              <a:gd name="connsiteX41" fmla="*/ 10037826 w 10820400"/>
              <a:gd name="connsiteY41" fmla="*/ 6080755 h 8708139"/>
              <a:gd name="connsiteX42" fmla="*/ 9829800 w 10820400"/>
              <a:gd name="connsiteY42" fmla="*/ 6539480 h 8708139"/>
              <a:gd name="connsiteX43" fmla="*/ 10037826 w 10820400"/>
              <a:gd name="connsiteY43" fmla="*/ 6123428 h 8708139"/>
              <a:gd name="connsiteX44" fmla="*/ 10612374 w 10820400"/>
              <a:gd name="connsiteY44" fmla="*/ 6123428 h 8708139"/>
              <a:gd name="connsiteX45" fmla="*/ 10820400 w 10820400"/>
              <a:gd name="connsiteY45" fmla="*/ 6539480 h 8708139"/>
              <a:gd name="connsiteX46" fmla="*/ 10612374 w 10820400"/>
              <a:gd name="connsiteY46" fmla="*/ 6955532 h 8708139"/>
              <a:gd name="connsiteX47" fmla="*/ 10037826 w 10820400"/>
              <a:gd name="connsiteY47" fmla="*/ 6955532 h 8708139"/>
              <a:gd name="connsiteX48" fmla="*/ 9829800 w 10820400"/>
              <a:gd name="connsiteY48" fmla="*/ 7414257 h 8708139"/>
              <a:gd name="connsiteX49" fmla="*/ 10037826 w 10820400"/>
              <a:gd name="connsiteY49" fmla="*/ 6998205 h 8708139"/>
              <a:gd name="connsiteX50" fmla="*/ 10612374 w 10820400"/>
              <a:gd name="connsiteY50" fmla="*/ 6998205 h 8708139"/>
              <a:gd name="connsiteX51" fmla="*/ 10820400 w 10820400"/>
              <a:gd name="connsiteY51" fmla="*/ 7414257 h 8708139"/>
              <a:gd name="connsiteX52" fmla="*/ 10612374 w 10820400"/>
              <a:gd name="connsiteY52" fmla="*/ 7830309 h 8708139"/>
              <a:gd name="connsiteX53" fmla="*/ 10037826 w 10820400"/>
              <a:gd name="connsiteY53" fmla="*/ 7830309 h 8708139"/>
              <a:gd name="connsiteX54" fmla="*/ 9015984 w 10820400"/>
              <a:gd name="connsiteY54" fmla="*/ 854961 h 8708139"/>
              <a:gd name="connsiteX55" fmla="*/ 9224010 w 10820400"/>
              <a:gd name="connsiteY55" fmla="*/ 438909 h 8708139"/>
              <a:gd name="connsiteX56" fmla="*/ 9798558 w 10820400"/>
              <a:gd name="connsiteY56" fmla="*/ 438909 h 8708139"/>
              <a:gd name="connsiteX57" fmla="*/ 10006584 w 10820400"/>
              <a:gd name="connsiteY57" fmla="*/ 854961 h 8708139"/>
              <a:gd name="connsiteX58" fmla="*/ 9798558 w 10820400"/>
              <a:gd name="connsiteY58" fmla="*/ 1271013 h 8708139"/>
              <a:gd name="connsiteX59" fmla="*/ 9224010 w 10820400"/>
              <a:gd name="connsiteY59" fmla="*/ 1271013 h 8708139"/>
              <a:gd name="connsiteX60" fmla="*/ 9015984 w 10820400"/>
              <a:gd name="connsiteY60" fmla="*/ 1729738 h 8708139"/>
              <a:gd name="connsiteX61" fmla="*/ 9224010 w 10820400"/>
              <a:gd name="connsiteY61" fmla="*/ 1313686 h 8708139"/>
              <a:gd name="connsiteX62" fmla="*/ 9798558 w 10820400"/>
              <a:gd name="connsiteY62" fmla="*/ 1313686 h 8708139"/>
              <a:gd name="connsiteX63" fmla="*/ 10006584 w 10820400"/>
              <a:gd name="connsiteY63" fmla="*/ 1729738 h 8708139"/>
              <a:gd name="connsiteX64" fmla="*/ 9798558 w 10820400"/>
              <a:gd name="connsiteY64" fmla="*/ 2145790 h 8708139"/>
              <a:gd name="connsiteX65" fmla="*/ 9224010 w 10820400"/>
              <a:gd name="connsiteY65" fmla="*/ 2145790 h 8708139"/>
              <a:gd name="connsiteX66" fmla="*/ 9015984 w 10820400"/>
              <a:gd name="connsiteY66" fmla="*/ 2604515 h 8708139"/>
              <a:gd name="connsiteX67" fmla="*/ 9224010 w 10820400"/>
              <a:gd name="connsiteY67" fmla="*/ 2188463 h 8708139"/>
              <a:gd name="connsiteX68" fmla="*/ 9798558 w 10820400"/>
              <a:gd name="connsiteY68" fmla="*/ 2188463 h 8708139"/>
              <a:gd name="connsiteX69" fmla="*/ 10006584 w 10820400"/>
              <a:gd name="connsiteY69" fmla="*/ 2604515 h 8708139"/>
              <a:gd name="connsiteX70" fmla="*/ 9798558 w 10820400"/>
              <a:gd name="connsiteY70" fmla="*/ 3020567 h 8708139"/>
              <a:gd name="connsiteX71" fmla="*/ 9224010 w 10820400"/>
              <a:gd name="connsiteY71" fmla="*/ 3020567 h 8708139"/>
              <a:gd name="connsiteX72" fmla="*/ 9015984 w 10820400"/>
              <a:gd name="connsiteY72" fmla="*/ 3479292 h 8708139"/>
              <a:gd name="connsiteX73" fmla="*/ 9224010 w 10820400"/>
              <a:gd name="connsiteY73" fmla="*/ 3063240 h 8708139"/>
              <a:gd name="connsiteX74" fmla="*/ 9798558 w 10820400"/>
              <a:gd name="connsiteY74" fmla="*/ 3063240 h 8708139"/>
              <a:gd name="connsiteX75" fmla="*/ 10006584 w 10820400"/>
              <a:gd name="connsiteY75" fmla="*/ 3479292 h 8708139"/>
              <a:gd name="connsiteX76" fmla="*/ 9798558 w 10820400"/>
              <a:gd name="connsiteY76" fmla="*/ 3895344 h 8708139"/>
              <a:gd name="connsiteX77" fmla="*/ 9224010 w 10820400"/>
              <a:gd name="connsiteY77" fmla="*/ 3895344 h 8708139"/>
              <a:gd name="connsiteX78" fmla="*/ 9015984 w 10820400"/>
              <a:gd name="connsiteY78" fmla="*/ 4354067 h 8708139"/>
              <a:gd name="connsiteX79" fmla="*/ 9224010 w 10820400"/>
              <a:gd name="connsiteY79" fmla="*/ 3938017 h 8708139"/>
              <a:gd name="connsiteX80" fmla="*/ 9798558 w 10820400"/>
              <a:gd name="connsiteY80" fmla="*/ 3938017 h 8708139"/>
              <a:gd name="connsiteX81" fmla="*/ 10006584 w 10820400"/>
              <a:gd name="connsiteY81" fmla="*/ 4354067 h 8708139"/>
              <a:gd name="connsiteX82" fmla="*/ 9798558 w 10820400"/>
              <a:gd name="connsiteY82" fmla="*/ 4770111 h 8708139"/>
              <a:gd name="connsiteX83" fmla="*/ 9224010 w 10820400"/>
              <a:gd name="connsiteY83" fmla="*/ 4770111 h 8708139"/>
              <a:gd name="connsiteX84" fmla="*/ 9015984 w 10820400"/>
              <a:gd name="connsiteY84" fmla="*/ 5228837 h 8708139"/>
              <a:gd name="connsiteX85" fmla="*/ 9224010 w 10820400"/>
              <a:gd name="connsiteY85" fmla="*/ 4812784 h 8708139"/>
              <a:gd name="connsiteX86" fmla="*/ 9798558 w 10820400"/>
              <a:gd name="connsiteY86" fmla="*/ 4812784 h 8708139"/>
              <a:gd name="connsiteX87" fmla="*/ 10006584 w 10820400"/>
              <a:gd name="connsiteY87" fmla="*/ 5228837 h 8708139"/>
              <a:gd name="connsiteX88" fmla="*/ 9798558 w 10820400"/>
              <a:gd name="connsiteY88" fmla="*/ 5644889 h 8708139"/>
              <a:gd name="connsiteX89" fmla="*/ 9224010 w 10820400"/>
              <a:gd name="connsiteY89" fmla="*/ 5644889 h 8708139"/>
              <a:gd name="connsiteX90" fmla="*/ 9015984 w 10820400"/>
              <a:gd name="connsiteY90" fmla="*/ 6103613 h 8708139"/>
              <a:gd name="connsiteX91" fmla="*/ 9224010 w 10820400"/>
              <a:gd name="connsiteY91" fmla="*/ 5687561 h 8708139"/>
              <a:gd name="connsiteX92" fmla="*/ 9798558 w 10820400"/>
              <a:gd name="connsiteY92" fmla="*/ 5687561 h 8708139"/>
              <a:gd name="connsiteX93" fmla="*/ 10006584 w 10820400"/>
              <a:gd name="connsiteY93" fmla="*/ 6103613 h 8708139"/>
              <a:gd name="connsiteX94" fmla="*/ 9798558 w 10820400"/>
              <a:gd name="connsiteY94" fmla="*/ 6519665 h 8708139"/>
              <a:gd name="connsiteX95" fmla="*/ 9224010 w 10820400"/>
              <a:gd name="connsiteY95" fmla="*/ 6519665 h 8708139"/>
              <a:gd name="connsiteX96" fmla="*/ 9015984 w 10820400"/>
              <a:gd name="connsiteY96" fmla="*/ 6978390 h 8708139"/>
              <a:gd name="connsiteX97" fmla="*/ 9224010 w 10820400"/>
              <a:gd name="connsiteY97" fmla="*/ 6562338 h 8708139"/>
              <a:gd name="connsiteX98" fmla="*/ 9798558 w 10820400"/>
              <a:gd name="connsiteY98" fmla="*/ 6562338 h 8708139"/>
              <a:gd name="connsiteX99" fmla="*/ 10006584 w 10820400"/>
              <a:gd name="connsiteY99" fmla="*/ 6978390 h 8708139"/>
              <a:gd name="connsiteX100" fmla="*/ 9798558 w 10820400"/>
              <a:gd name="connsiteY100" fmla="*/ 7394441 h 8708139"/>
              <a:gd name="connsiteX101" fmla="*/ 9224010 w 10820400"/>
              <a:gd name="connsiteY101" fmla="*/ 7394441 h 8708139"/>
              <a:gd name="connsiteX102" fmla="*/ 9015984 w 10820400"/>
              <a:gd name="connsiteY102" fmla="*/ 7853167 h 8708139"/>
              <a:gd name="connsiteX103" fmla="*/ 9224010 w 10820400"/>
              <a:gd name="connsiteY103" fmla="*/ 7437115 h 8708139"/>
              <a:gd name="connsiteX104" fmla="*/ 9798558 w 10820400"/>
              <a:gd name="connsiteY104" fmla="*/ 7437115 h 8708139"/>
              <a:gd name="connsiteX105" fmla="*/ 10006584 w 10820400"/>
              <a:gd name="connsiteY105" fmla="*/ 7853167 h 8708139"/>
              <a:gd name="connsiteX106" fmla="*/ 9798558 w 10820400"/>
              <a:gd name="connsiteY106" fmla="*/ 8269219 h 8708139"/>
              <a:gd name="connsiteX107" fmla="*/ 9224010 w 10820400"/>
              <a:gd name="connsiteY107" fmla="*/ 8269219 h 8708139"/>
              <a:gd name="connsiteX108" fmla="*/ 8202168 w 10820400"/>
              <a:gd name="connsiteY108" fmla="*/ 1292353 h 8708139"/>
              <a:gd name="connsiteX109" fmla="*/ 8410194 w 10820400"/>
              <a:gd name="connsiteY109" fmla="*/ 876301 h 8708139"/>
              <a:gd name="connsiteX110" fmla="*/ 8984742 w 10820400"/>
              <a:gd name="connsiteY110" fmla="*/ 876301 h 8708139"/>
              <a:gd name="connsiteX111" fmla="*/ 9192768 w 10820400"/>
              <a:gd name="connsiteY111" fmla="*/ 1292353 h 8708139"/>
              <a:gd name="connsiteX112" fmla="*/ 8984742 w 10820400"/>
              <a:gd name="connsiteY112" fmla="*/ 1708405 h 8708139"/>
              <a:gd name="connsiteX113" fmla="*/ 8410194 w 10820400"/>
              <a:gd name="connsiteY113" fmla="*/ 1708405 h 8708139"/>
              <a:gd name="connsiteX114" fmla="*/ 8202168 w 10820400"/>
              <a:gd name="connsiteY114" fmla="*/ 2167130 h 8708139"/>
              <a:gd name="connsiteX115" fmla="*/ 8410194 w 10820400"/>
              <a:gd name="connsiteY115" fmla="*/ 1751078 h 8708139"/>
              <a:gd name="connsiteX116" fmla="*/ 8984742 w 10820400"/>
              <a:gd name="connsiteY116" fmla="*/ 1751078 h 8708139"/>
              <a:gd name="connsiteX117" fmla="*/ 9192768 w 10820400"/>
              <a:gd name="connsiteY117" fmla="*/ 2167130 h 8708139"/>
              <a:gd name="connsiteX118" fmla="*/ 8984742 w 10820400"/>
              <a:gd name="connsiteY118" fmla="*/ 2583182 h 8708139"/>
              <a:gd name="connsiteX119" fmla="*/ 8410194 w 10820400"/>
              <a:gd name="connsiteY119" fmla="*/ 2583182 h 8708139"/>
              <a:gd name="connsiteX120" fmla="*/ 8202168 w 10820400"/>
              <a:gd name="connsiteY120" fmla="*/ 3041907 h 8708139"/>
              <a:gd name="connsiteX121" fmla="*/ 8410194 w 10820400"/>
              <a:gd name="connsiteY121" fmla="*/ 2625855 h 8708139"/>
              <a:gd name="connsiteX122" fmla="*/ 8984742 w 10820400"/>
              <a:gd name="connsiteY122" fmla="*/ 2625855 h 8708139"/>
              <a:gd name="connsiteX123" fmla="*/ 9192768 w 10820400"/>
              <a:gd name="connsiteY123" fmla="*/ 3041907 h 8708139"/>
              <a:gd name="connsiteX124" fmla="*/ 8984742 w 10820400"/>
              <a:gd name="connsiteY124" fmla="*/ 3457959 h 8708139"/>
              <a:gd name="connsiteX125" fmla="*/ 8410194 w 10820400"/>
              <a:gd name="connsiteY125" fmla="*/ 3457959 h 8708139"/>
              <a:gd name="connsiteX126" fmla="*/ 8202168 w 10820400"/>
              <a:gd name="connsiteY126" fmla="*/ 3916684 h 8708139"/>
              <a:gd name="connsiteX127" fmla="*/ 8410194 w 10820400"/>
              <a:gd name="connsiteY127" fmla="*/ 3500632 h 8708139"/>
              <a:gd name="connsiteX128" fmla="*/ 8984742 w 10820400"/>
              <a:gd name="connsiteY128" fmla="*/ 3500632 h 8708139"/>
              <a:gd name="connsiteX129" fmla="*/ 9192768 w 10820400"/>
              <a:gd name="connsiteY129" fmla="*/ 3916684 h 8708139"/>
              <a:gd name="connsiteX130" fmla="*/ 8984742 w 10820400"/>
              <a:gd name="connsiteY130" fmla="*/ 4332736 h 8708139"/>
              <a:gd name="connsiteX131" fmla="*/ 8410194 w 10820400"/>
              <a:gd name="connsiteY131" fmla="*/ 4332736 h 8708139"/>
              <a:gd name="connsiteX132" fmla="*/ 8202168 w 10820400"/>
              <a:gd name="connsiteY132" fmla="*/ 4791453 h 8708139"/>
              <a:gd name="connsiteX133" fmla="*/ 8410194 w 10820400"/>
              <a:gd name="connsiteY133" fmla="*/ 4375404 h 8708139"/>
              <a:gd name="connsiteX134" fmla="*/ 8984742 w 10820400"/>
              <a:gd name="connsiteY134" fmla="*/ 4375404 h 8708139"/>
              <a:gd name="connsiteX135" fmla="*/ 9192768 w 10820400"/>
              <a:gd name="connsiteY135" fmla="*/ 4791453 h 8708139"/>
              <a:gd name="connsiteX136" fmla="*/ 8984742 w 10820400"/>
              <a:gd name="connsiteY136" fmla="*/ 5207506 h 8708139"/>
              <a:gd name="connsiteX137" fmla="*/ 8410194 w 10820400"/>
              <a:gd name="connsiteY137" fmla="*/ 5207506 h 8708139"/>
              <a:gd name="connsiteX138" fmla="*/ 8202168 w 10820400"/>
              <a:gd name="connsiteY138" fmla="*/ 5666230 h 8708139"/>
              <a:gd name="connsiteX139" fmla="*/ 8410194 w 10820400"/>
              <a:gd name="connsiteY139" fmla="*/ 5250178 h 8708139"/>
              <a:gd name="connsiteX140" fmla="*/ 8984742 w 10820400"/>
              <a:gd name="connsiteY140" fmla="*/ 5250178 h 8708139"/>
              <a:gd name="connsiteX141" fmla="*/ 9192768 w 10820400"/>
              <a:gd name="connsiteY141" fmla="*/ 5666230 h 8708139"/>
              <a:gd name="connsiteX142" fmla="*/ 8984742 w 10820400"/>
              <a:gd name="connsiteY142" fmla="*/ 6082282 h 8708139"/>
              <a:gd name="connsiteX143" fmla="*/ 8410194 w 10820400"/>
              <a:gd name="connsiteY143" fmla="*/ 6082282 h 8708139"/>
              <a:gd name="connsiteX144" fmla="*/ 8202168 w 10820400"/>
              <a:gd name="connsiteY144" fmla="*/ 6541007 h 8708139"/>
              <a:gd name="connsiteX145" fmla="*/ 8410194 w 10820400"/>
              <a:gd name="connsiteY145" fmla="*/ 6124954 h 8708139"/>
              <a:gd name="connsiteX146" fmla="*/ 8984742 w 10820400"/>
              <a:gd name="connsiteY146" fmla="*/ 6124954 h 8708139"/>
              <a:gd name="connsiteX147" fmla="*/ 9192768 w 10820400"/>
              <a:gd name="connsiteY147" fmla="*/ 6541007 h 8708139"/>
              <a:gd name="connsiteX148" fmla="*/ 8984742 w 10820400"/>
              <a:gd name="connsiteY148" fmla="*/ 6957059 h 8708139"/>
              <a:gd name="connsiteX149" fmla="*/ 8410194 w 10820400"/>
              <a:gd name="connsiteY149" fmla="*/ 6957059 h 8708139"/>
              <a:gd name="connsiteX150" fmla="*/ 8202168 w 10820400"/>
              <a:gd name="connsiteY150" fmla="*/ 7415782 h 8708139"/>
              <a:gd name="connsiteX151" fmla="*/ 8410194 w 10820400"/>
              <a:gd name="connsiteY151" fmla="*/ 6999731 h 8708139"/>
              <a:gd name="connsiteX152" fmla="*/ 8984742 w 10820400"/>
              <a:gd name="connsiteY152" fmla="*/ 6999731 h 8708139"/>
              <a:gd name="connsiteX153" fmla="*/ 9192768 w 10820400"/>
              <a:gd name="connsiteY153" fmla="*/ 7415782 h 8708139"/>
              <a:gd name="connsiteX154" fmla="*/ 8984742 w 10820400"/>
              <a:gd name="connsiteY154" fmla="*/ 7831834 h 8708139"/>
              <a:gd name="connsiteX155" fmla="*/ 8410194 w 10820400"/>
              <a:gd name="connsiteY155" fmla="*/ 7831834 h 8708139"/>
              <a:gd name="connsiteX156" fmla="*/ 8202168 w 10820400"/>
              <a:gd name="connsiteY156" fmla="*/ 8290560 h 8708139"/>
              <a:gd name="connsiteX157" fmla="*/ 8410194 w 10820400"/>
              <a:gd name="connsiteY157" fmla="*/ 7874508 h 8708139"/>
              <a:gd name="connsiteX158" fmla="*/ 8984742 w 10820400"/>
              <a:gd name="connsiteY158" fmla="*/ 7874508 h 8708139"/>
              <a:gd name="connsiteX159" fmla="*/ 9192768 w 10820400"/>
              <a:gd name="connsiteY159" fmla="*/ 8290560 h 8708139"/>
              <a:gd name="connsiteX160" fmla="*/ 8984742 w 10820400"/>
              <a:gd name="connsiteY160" fmla="*/ 8706612 h 8708139"/>
              <a:gd name="connsiteX161" fmla="*/ 8410194 w 10820400"/>
              <a:gd name="connsiteY161" fmla="*/ 8706612 h 8708139"/>
              <a:gd name="connsiteX162" fmla="*/ 7388352 w 10820400"/>
              <a:gd name="connsiteY162" fmla="*/ 2604515 h 8708139"/>
              <a:gd name="connsiteX163" fmla="*/ 7596378 w 10820400"/>
              <a:gd name="connsiteY163" fmla="*/ 2188463 h 8708139"/>
              <a:gd name="connsiteX164" fmla="*/ 8170926 w 10820400"/>
              <a:gd name="connsiteY164" fmla="*/ 2188463 h 8708139"/>
              <a:gd name="connsiteX165" fmla="*/ 8378952 w 10820400"/>
              <a:gd name="connsiteY165" fmla="*/ 2604515 h 8708139"/>
              <a:gd name="connsiteX166" fmla="*/ 8170926 w 10820400"/>
              <a:gd name="connsiteY166" fmla="*/ 3020567 h 8708139"/>
              <a:gd name="connsiteX167" fmla="*/ 7596378 w 10820400"/>
              <a:gd name="connsiteY167" fmla="*/ 3020567 h 8708139"/>
              <a:gd name="connsiteX168" fmla="*/ 7388352 w 10820400"/>
              <a:gd name="connsiteY168" fmla="*/ 3479292 h 8708139"/>
              <a:gd name="connsiteX169" fmla="*/ 7596378 w 10820400"/>
              <a:gd name="connsiteY169" fmla="*/ 3063240 h 8708139"/>
              <a:gd name="connsiteX170" fmla="*/ 8170926 w 10820400"/>
              <a:gd name="connsiteY170" fmla="*/ 3063240 h 8708139"/>
              <a:gd name="connsiteX171" fmla="*/ 8378952 w 10820400"/>
              <a:gd name="connsiteY171" fmla="*/ 3479292 h 8708139"/>
              <a:gd name="connsiteX172" fmla="*/ 8170926 w 10820400"/>
              <a:gd name="connsiteY172" fmla="*/ 3895344 h 8708139"/>
              <a:gd name="connsiteX173" fmla="*/ 7596378 w 10820400"/>
              <a:gd name="connsiteY173" fmla="*/ 3895344 h 8708139"/>
              <a:gd name="connsiteX174" fmla="*/ 7388352 w 10820400"/>
              <a:gd name="connsiteY174" fmla="*/ 4354068 h 8708139"/>
              <a:gd name="connsiteX175" fmla="*/ 7596378 w 10820400"/>
              <a:gd name="connsiteY175" fmla="*/ 3938017 h 8708139"/>
              <a:gd name="connsiteX176" fmla="*/ 8170926 w 10820400"/>
              <a:gd name="connsiteY176" fmla="*/ 3938017 h 8708139"/>
              <a:gd name="connsiteX177" fmla="*/ 8378952 w 10820400"/>
              <a:gd name="connsiteY177" fmla="*/ 4354068 h 8708139"/>
              <a:gd name="connsiteX178" fmla="*/ 8170926 w 10820400"/>
              <a:gd name="connsiteY178" fmla="*/ 4770115 h 8708139"/>
              <a:gd name="connsiteX179" fmla="*/ 7596378 w 10820400"/>
              <a:gd name="connsiteY179" fmla="*/ 4770115 h 8708139"/>
              <a:gd name="connsiteX180" fmla="*/ 7388352 w 10820400"/>
              <a:gd name="connsiteY180" fmla="*/ 5228840 h 8708139"/>
              <a:gd name="connsiteX181" fmla="*/ 7596378 w 10820400"/>
              <a:gd name="connsiteY181" fmla="*/ 4812787 h 8708139"/>
              <a:gd name="connsiteX182" fmla="*/ 8170926 w 10820400"/>
              <a:gd name="connsiteY182" fmla="*/ 4812787 h 8708139"/>
              <a:gd name="connsiteX183" fmla="*/ 8378952 w 10820400"/>
              <a:gd name="connsiteY183" fmla="*/ 5228840 h 8708139"/>
              <a:gd name="connsiteX184" fmla="*/ 8170926 w 10820400"/>
              <a:gd name="connsiteY184" fmla="*/ 5644892 h 8708139"/>
              <a:gd name="connsiteX185" fmla="*/ 7596378 w 10820400"/>
              <a:gd name="connsiteY185" fmla="*/ 5644892 h 8708139"/>
              <a:gd name="connsiteX186" fmla="*/ 7388352 w 10820400"/>
              <a:gd name="connsiteY186" fmla="*/ 6103615 h 8708139"/>
              <a:gd name="connsiteX187" fmla="*/ 7596378 w 10820400"/>
              <a:gd name="connsiteY187" fmla="*/ 5687563 h 8708139"/>
              <a:gd name="connsiteX188" fmla="*/ 8170926 w 10820400"/>
              <a:gd name="connsiteY188" fmla="*/ 5687563 h 8708139"/>
              <a:gd name="connsiteX189" fmla="*/ 8378952 w 10820400"/>
              <a:gd name="connsiteY189" fmla="*/ 6103615 h 8708139"/>
              <a:gd name="connsiteX190" fmla="*/ 8170926 w 10820400"/>
              <a:gd name="connsiteY190" fmla="*/ 6519668 h 8708139"/>
              <a:gd name="connsiteX191" fmla="*/ 7596378 w 10820400"/>
              <a:gd name="connsiteY191" fmla="*/ 6519668 h 8708139"/>
              <a:gd name="connsiteX192" fmla="*/ 7388352 w 10820400"/>
              <a:gd name="connsiteY192" fmla="*/ 6978392 h 8708139"/>
              <a:gd name="connsiteX193" fmla="*/ 7596378 w 10820400"/>
              <a:gd name="connsiteY193" fmla="*/ 6562340 h 8708139"/>
              <a:gd name="connsiteX194" fmla="*/ 8170926 w 10820400"/>
              <a:gd name="connsiteY194" fmla="*/ 6562340 h 8708139"/>
              <a:gd name="connsiteX195" fmla="*/ 8378952 w 10820400"/>
              <a:gd name="connsiteY195" fmla="*/ 6978392 h 8708139"/>
              <a:gd name="connsiteX196" fmla="*/ 8170926 w 10820400"/>
              <a:gd name="connsiteY196" fmla="*/ 7394444 h 8708139"/>
              <a:gd name="connsiteX197" fmla="*/ 7596378 w 10820400"/>
              <a:gd name="connsiteY197" fmla="*/ 7394444 h 8708139"/>
              <a:gd name="connsiteX198" fmla="*/ 7388352 w 10820400"/>
              <a:gd name="connsiteY198" fmla="*/ 7853169 h 8708139"/>
              <a:gd name="connsiteX199" fmla="*/ 7596378 w 10820400"/>
              <a:gd name="connsiteY199" fmla="*/ 7437117 h 8708139"/>
              <a:gd name="connsiteX200" fmla="*/ 8170926 w 10820400"/>
              <a:gd name="connsiteY200" fmla="*/ 7437117 h 8708139"/>
              <a:gd name="connsiteX201" fmla="*/ 8378952 w 10820400"/>
              <a:gd name="connsiteY201" fmla="*/ 7853169 h 8708139"/>
              <a:gd name="connsiteX202" fmla="*/ 8170926 w 10820400"/>
              <a:gd name="connsiteY202" fmla="*/ 8269221 h 8708139"/>
              <a:gd name="connsiteX203" fmla="*/ 7596378 w 10820400"/>
              <a:gd name="connsiteY203" fmla="*/ 8269221 h 8708139"/>
              <a:gd name="connsiteX204" fmla="*/ 6574536 w 10820400"/>
              <a:gd name="connsiteY204" fmla="*/ 3043431 h 8708139"/>
              <a:gd name="connsiteX205" fmla="*/ 6782562 w 10820400"/>
              <a:gd name="connsiteY205" fmla="*/ 2627379 h 8708139"/>
              <a:gd name="connsiteX206" fmla="*/ 7357110 w 10820400"/>
              <a:gd name="connsiteY206" fmla="*/ 2627379 h 8708139"/>
              <a:gd name="connsiteX207" fmla="*/ 7565136 w 10820400"/>
              <a:gd name="connsiteY207" fmla="*/ 3043431 h 8708139"/>
              <a:gd name="connsiteX208" fmla="*/ 7357110 w 10820400"/>
              <a:gd name="connsiteY208" fmla="*/ 3459483 h 8708139"/>
              <a:gd name="connsiteX209" fmla="*/ 6782562 w 10820400"/>
              <a:gd name="connsiteY209" fmla="*/ 3459483 h 8708139"/>
              <a:gd name="connsiteX210" fmla="*/ 6574536 w 10820400"/>
              <a:gd name="connsiteY210" fmla="*/ 3918208 h 8708139"/>
              <a:gd name="connsiteX211" fmla="*/ 6782562 w 10820400"/>
              <a:gd name="connsiteY211" fmla="*/ 3502156 h 8708139"/>
              <a:gd name="connsiteX212" fmla="*/ 7357110 w 10820400"/>
              <a:gd name="connsiteY212" fmla="*/ 3502156 h 8708139"/>
              <a:gd name="connsiteX213" fmla="*/ 7565136 w 10820400"/>
              <a:gd name="connsiteY213" fmla="*/ 3918208 h 8708139"/>
              <a:gd name="connsiteX214" fmla="*/ 7357110 w 10820400"/>
              <a:gd name="connsiteY214" fmla="*/ 4334260 h 8708139"/>
              <a:gd name="connsiteX215" fmla="*/ 6782562 w 10820400"/>
              <a:gd name="connsiteY215" fmla="*/ 4334260 h 8708139"/>
              <a:gd name="connsiteX216" fmla="*/ 6574536 w 10820400"/>
              <a:gd name="connsiteY216" fmla="*/ 4792980 h 8708139"/>
              <a:gd name="connsiteX217" fmla="*/ 6782562 w 10820400"/>
              <a:gd name="connsiteY217" fmla="*/ 4376929 h 8708139"/>
              <a:gd name="connsiteX218" fmla="*/ 7357110 w 10820400"/>
              <a:gd name="connsiteY218" fmla="*/ 4376929 h 8708139"/>
              <a:gd name="connsiteX219" fmla="*/ 7565136 w 10820400"/>
              <a:gd name="connsiteY219" fmla="*/ 4792980 h 8708139"/>
              <a:gd name="connsiteX220" fmla="*/ 7357110 w 10820400"/>
              <a:gd name="connsiteY220" fmla="*/ 5209032 h 8708139"/>
              <a:gd name="connsiteX221" fmla="*/ 6782562 w 10820400"/>
              <a:gd name="connsiteY221" fmla="*/ 5209032 h 8708139"/>
              <a:gd name="connsiteX222" fmla="*/ 6574536 w 10820400"/>
              <a:gd name="connsiteY222" fmla="*/ 5667756 h 8708139"/>
              <a:gd name="connsiteX223" fmla="*/ 6782562 w 10820400"/>
              <a:gd name="connsiteY223" fmla="*/ 5251704 h 8708139"/>
              <a:gd name="connsiteX224" fmla="*/ 7357110 w 10820400"/>
              <a:gd name="connsiteY224" fmla="*/ 5251704 h 8708139"/>
              <a:gd name="connsiteX225" fmla="*/ 7565136 w 10820400"/>
              <a:gd name="connsiteY225" fmla="*/ 5667756 h 8708139"/>
              <a:gd name="connsiteX226" fmla="*/ 7357110 w 10820400"/>
              <a:gd name="connsiteY226" fmla="*/ 6083808 h 8708139"/>
              <a:gd name="connsiteX227" fmla="*/ 6782562 w 10820400"/>
              <a:gd name="connsiteY227" fmla="*/ 6083808 h 8708139"/>
              <a:gd name="connsiteX228" fmla="*/ 6574536 w 10820400"/>
              <a:gd name="connsiteY228" fmla="*/ 6542533 h 8708139"/>
              <a:gd name="connsiteX229" fmla="*/ 6782562 w 10820400"/>
              <a:gd name="connsiteY229" fmla="*/ 6126480 h 8708139"/>
              <a:gd name="connsiteX230" fmla="*/ 7357110 w 10820400"/>
              <a:gd name="connsiteY230" fmla="*/ 6126480 h 8708139"/>
              <a:gd name="connsiteX231" fmla="*/ 7565136 w 10820400"/>
              <a:gd name="connsiteY231" fmla="*/ 6542533 h 8708139"/>
              <a:gd name="connsiteX232" fmla="*/ 7357110 w 10820400"/>
              <a:gd name="connsiteY232" fmla="*/ 6958585 h 8708139"/>
              <a:gd name="connsiteX233" fmla="*/ 6782562 w 10820400"/>
              <a:gd name="connsiteY233" fmla="*/ 6958585 h 8708139"/>
              <a:gd name="connsiteX234" fmla="*/ 6574536 w 10820400"/>
              <a:gd name="connsiteY234" fmla="*/ 7417308 h 8708139"/>
              <a:gd name="connsiteX235" fmla="*/ 6782562 w 10820400"/>
              <a:gd name="connsiteY235" fmla="*/ 7001256 h 8708139"/>
              <a:gd name="connsiteX236" fmla="*/ 7357110 w 10820400"/>
              <a:gd name="connsiteY236" fmla="*/ 7001256 h 8708139"/>
              <a:gd name="connsiteX237" fmla="*/ 7565136 w 10820400"/>
              <a:gd name="connsiteY237" fmla="*/ 7417308 h 8708139"/>
              <a:gd name="connsiteX238" fmla="*/ 7357110 w 10820400"/>
              <a:gd name="connsiteY238" fmla="*/ 7833360 h 8708139"/>
              <a:gd name="connsiteX239" fmla="*/ 6782562 w 10820400"/>
              <a:gd name="connsiteY239" fmla="*/ 7833360 h 8708139"/>
              <a:gd name="connsiteX240" fmla="*/ 6574536 w 10820400"/>
              <a:gd name="connsiteY240" fmla="*/ 8292086 h 8708139"/>
              <a:gd name="connsiteX241" fmla="*/ 6782562 w 10820400"/>
              <a:gd name="connsiteY241" fmla="*/ 7876034 h 8708139"/>
              <a:gd name="connsiteX242" fmla="*/ 7357110 w 10820400"/>
              <a:gd name="connsiteY242" fmla="*/ 7876034 h 8708139"/>
              <a:gd name="connsiteX243" fmla="*/ 7565136 w 10820400"/>
              <a:gd name="connsiteY243" fmla="*/ 8292086 h 8708139"/>
              <a:gd name="connsiteX244" fmla="*/ 7357110 w 10820400"/>
              <a:gd name="connsiteY244" fmla="*/ 8708138 h 8708139"/>
              <a:gd name="connsiteX245" fmla="*/ 6782562 w 10820400"/>
              <a:gd name="connsiteY245" fmla="*/ 8708138 h 8708139"/>
              <a:gd name="connsiteX246" fmla="*/ 5753100 w 10820400"/>
              <a:gd name="connsiteY246" fmla="*/ 3480816 h 8708139"/>
              <a:gd name="connsiteX247" fmla="*/ 5961126 w 10820400"/>
              <a:gd name="connsiteY247" fmla="*/ 3064764 h 8708139"/>
              <a:gd name="connsiteX248" fmla="*/ 6535674 w 10820400"/>
              <a:gd name="connsiteY248" fmla="*/ 3064764 h 8708139"/>
              <a:gd name="connsiteX249" fmla="*/ 6743700 w 10820400"/>
              <a:gd name="connsiteY249" fmla="*/ 3480816 h 8708139"/>
              <a:gd name="connsiteX250" fmla="*/ 6535674 w 10820400"/>
              <a:gd name="connsiteY250" fmla="*/ 3896868 h 8708139"/>
              <a:gd name="connsiteX251" fmla="*/ 5961126 w 10820400"/>
              <a:gd name="connsiteY251" fmla="*/ 3896868 h 8708139"/>
              <a:gd name="connsiteX252" fmla="*/ 5753100 w 10820400"/>
              <a:gd name="connsiteY252" fmla="*/ 4355590 h 8708139"/>
              <a:gd name="connsiteX253" fmla="*/ 5961126 w 10820400"/>
              <a:gd name="connsiteY253" fmla="*/ 3939541 h 8708139"/>
              <a:gd name="connsiteX254" fmla="*/ 6535674 w 10820400"/>
              <a:gd name="connsiteY254" fmla="*/ 3939541 h 8708139"/>
              <a:gd name="connsiteX255" fmla="*/ 6743700 w 10820400"/>
              <a:gd name="connsiteY255" fmla="*/ 4355590 h 8708139"/>
              <a:gd name="connsiteX256" fmla="*/ 6535674 w 10820400"/>
              <a:gd name="connsiteY256" fmla="*/ 4771642 h 8708139"/>
              <a:gd name="connsiteX257" fmla="*/ 5961126 w 10820400"/>
              <a:gd name="connsiteY257" fmla="*/ 4771642 h 8708139"/>
              <a:gd name="connsiteX258" fmla="*/ 5753100 w 10820400"/>
              <a:gd name="connsiteY258" fmla="*/ 5230365 h 8708139"/>
              <a:gd name="connsiteX259" fmla="*/ 5961126 w 10820400"/>
              <a:gd name="connsiteY259" fmla="*/ 4814312 h 8708139"/>
              <a:gd name="connsiteX260" fmla="*/ 6535674 w 10820400"/>
              <a:gd name="connsiteY260" fmla="*/ 4814312 h 8708139"/>
              <a:gd name="connsiteX261" fmla="*/ 6743700 w 10820400"/>
              <a:gd name="connsiteY261" fmla="*/ 5230365 h 8708139"/>
              <a:gd name="connsiteX262" fmla="*/ 6535674 w 10820400"/>
              <a:gd name="connsiteY262" fmla="*/ 5646418 h 8708139"/>
              <a:gd name="connsiteX263" fmla="*/ 5961126 w 10820400"/>
              <a:gd name="connsiteY263" fmla="*/ 5646418 h 8708139"/>
              <a:gd name="connsiteX264" fmla="*/ 5753100 w 10820400"/>
              <a:gd name="connsiteY264" fmla="*/ 6105141 h 8708139"/>
              <a:gd name="connsiteX265" fmla="*/ 5961126 w 10820400"/>
              <a:gd name="connsiteY265" fmla="*/ 5689089 h 8708139"/>
              <a:gd name="connsiteX266" fmla="*/ 6535674 w 10820400"/>
              <a:gd name="connsiteY266" fmla="*/ 5689089 h 8708139"/>
              <a:gd name="connsiteX267" fmla="*/ 6743700 w 10820400"/>
              <a:gd name="connsiteY267" fmla="*/ 6105141 h 8708139"/>
              <a:gd name="connsiteX268" fmla="*/ 6535674 w 10820400"/>
              <a:gd name="connsiteY268" fmla="*/ 6521193 h 8708139"/>
              <a:gd name="connsiteX269" fmla="*/ 5961126 w 10820400"/>
              <a:gd name="connsiteY269" fmla="*/ 6521193 h 8708139"/>
              <a:gd name="connsiteX270" fmla="*/ 5753100 w 10820400"/>
              <a:gd name="connsiteY270" fmla="*/ 6979917 h 8708139"/>
              <a:gd name="connsiteX271" fmla="*/ 5961126 w 10820400"/>
              <a:gd name="connsiteY271" fmla="*/ 6563866 h 8708139"/>
              <a:gd name="connsiteX272" fmla="*/ 6535674 w 10820400"/>
              <a:gd name="connsiteY272" fmla="*/ 6563866 h 8708139"/>
              <a:gd name="connsiteX273" fmla="*/ 6743700 w 10820400"/>
              <a:gd name="connsiteY273" fmla="*/ 6979917 h 8708139"/>
              <a:gd name="connsiteX274" fmla="*/ 6535674 w 10820400"/>
              <a:gd name="connsiteY274" fmla="*/ 7395969 h 8708139"/>
              <a:gd name="connsiteX275" fmla="*/ 5961126 w 10820400"/>
              <a:gd name="connsiteY275" fmla="*/ 7395969 h 8708139"/>
              <a:gd name="connsiteX276" fmla="*/ 5753100 w 10820400"/>
              <a:gd name="connsiteY276" fmla="*/ 7854695 h 8708139"/>
              <a:gd name="connsiteX277" fmla="*/ 5961126 w 10820400"/>
              <a:gd name="connsiteY277" fmla="*/ 7438643 h 8708139"/>
              <a:gd name="connsiteX278" fmla="*/ 6535674 w 10820400"/>
              <a:gd name="connsiteY278" fmla="*/ 7438643 h 8708139"/>
              <a:gd name="connsiteX279" fmla="*/ 6743700 w 10820400"/>
              <a:gd name="connsiteY279" fmla="*/ 7854695 h 8708139"/>
              <a:gd name="connsiteX280" fmla="*/ 6535674 w 10820400"/>
              <a:gd name="connsiteY280" fmla="*/ 8270747 h 8708139"/>
              <a:gd name="connsiteX281" fmla="*/ 5961126 w 10820400"/>
              <a:gd name="connsiteY281" fmla="*/ 8270747 h 8708139"/>
              <a:gd name="connsiteX282" fmla="*/ 4939284 w 10820400"/>
              <a:gd name="connsiteY282" fmla="*/ 3918207 h 8708139"/>
              <a:gd name="connsiteX283" fmla="*/ 5147310 w 10820400"/>
              <a:gd name="connsiteY283" fmla="*/ 3502155 h 8708139"/>
              <a:gd name="connsiteX284" fmla="*/ 5721858 w 10820400"/>
              <a:gd name="connsiteY284" fmla="*/ 3502155 h 8708139"/>
              <a:gd name="connsiteX285" fmla="*/ 5929884 w 10820400"/>
              <a:gd name="connsiteY285" fmla="*/ 3918207 h 8708139"/>
              <a:gd name="connsiteX286" fmla="*/ 5721858 w 10820400"/>
              <a:gd name="connsiteY286" fmla="*/ 4334259 h 8708139"/>
              <a:gd name="connsiteX287" fmla="*/ 5147310 w 10820400"/>
              <a:gd name="connsiteY287" fmla="*/ 4334259 h 8708139"/>
              <a:gd name="connsiteX288" fmla="*/ 4939284 w 10820400"/>
              <a:gd name="connsiteY288" fmla="*/ 4792981 h 8708139"/>
              <a:gd name="connsiteX289" fmla="*/ 5147310 w 10820400"/>
              <a:gd name="connsiteY289" fmla="*/ 4376930 h 8708139"/>
              <a:gd name="connsiteX290" fmla="*/ 5721858 w 10820400"/>
              <a:gd name="connsiteY290" fmla="*/ 4376930 h 8708139"/>
              <a:gd name="connsiteX291" fmla="*/ 5929884 w 10820400"/>
              <a:gd name="connsiteY291" fmla="*/ 4792981 h 8708139"/>
              <a:gd name="connsiteX292" fmla="*/ 5721858 w 10820400"/>
              <a:gd name="connsiteY292" fmla="*/ 5209033 h 8708139"/>
              <a:gd name="connsiteX293" fmla="*/ 5147310 w 10820400"/>
              <a:gd name="connsiteY293" fmla="*/ 5209033 h 8708139"/>
              <a:gd name="connsiteX294" fmla="*/ 4939284 w 10820400"/>
              <a:gd name="connsiteY294" fmla="*/ 5667757 h 8708139"/>
              <a:gd name="connsiteX295" fmla="*/ 5147310 w 10820400"/>
              <a:gd name="connsiteY295" fmla="*/ 5251705 h 8708139"/>
              <a:gd name="connsiteX296" fmla="*/ 5721858 w 10820400"/>
              <a:gd name="connsiteY296" fmla="*/ 5251705 h 8708139"/>
              <a:gd name="connsiteX297" fmla="*/ 5929884 w 10820400"/>
              <a:gd name="connsiteY297" fmla="*/ 5667757 h 8708139"/>
              <a:gd name="connsiteX298" fmla="*/ 5721858 w 10820400"/>
              <a:gd name="connsiteY298" fmla="*/ 6083809 h 8708139"/>
              <a:gd name="connsiteX299" fmla="*/ 5147310 w 10820400"/>
              <a:gd name="connsiteY299" fmla="*/ 6083809 h 8708139"/>
              <a:gd name="connsiteX300" fmla="*/ 4939284 w 10820400"/>
              <a:gd name="connsiteY300" fmla="*/ 6542533 h 8708139"/>
              <a:gd name="connsiteX301" fmla="*/ 5147310 w 10820400"/>
              <a:gd name="connsiteY301" fmla="*/ 6126481 h 8708139"/>
              <a:gd name="connsiteX302" fmla="*/ 5721858 w 10820400"/>
              <a:gd name="connsiteY302" fmla="*/ 6126481 h 8708139"/>
              <a:gd name="connsiteX303" fmla="*/ 5929884 w 10820400"/>
              <a:gd name="connsiteY303" fmla="*/ 6542533 h 8708139"/>
              <a:gd name="connsiteX304" fmla="*/ 5721858 w 10820400"/>
              <a:gd name="connsiteY304" fmla="*/ 6958585 h 8708139"/>
              <a:gd name="connsiteX305" fmla="*/ 5147310 w 10820400"/>
              <a:gd name="connsiteY305" fmla="*/ 6958585 h 8708139"/>
              <a:gd name="connsiteX306" fmla="*/ 4939284 w 10820400"/>
              <a:gd name="connsiteY306" fmla="*/ 7417309 h 8708139"/>
              <a:gd name="connsiteX307" fmla="*/ 5147310 w 10820400"/>
              <a:gd name="connsiteY307" fmla="*/ 7001257 h 8708139"/>
              <a:gd name="connsiteX308" fmla="*/ 5721858 w 10820400"/>
              <a:gd name="connsiteY308" fmla="*/ 7001257 h 8708139"/>
              <a:gd name="connsiteX309" fmla="*/ 5929884 w 10820400"/>
              <a:gd name="connsiteY309" fmla="*/ 7417309 h 8708139"/>
              <a:gd name="connsiteX310" fmla="*/ 5721858 w 10820400"/>
              <a:gd name="connsiteY310" fmla="*/ 7833361 h 8708139"/>
              <a:gd name="connsiteX311" fmla="*/ 5147310 w 10820400"/>
              <a:gd name="connsiteY311" fmla="*/ 7833361 h 8708139"/>
              <a:gd name="connsiteX312" fmla="*/ 4939284 w 10820400"/>
              <a:gd name="connsiteY312" fmla="*/ 8292087 h 8708139"/>
              <a:gd name="connsiteX313" fmla="*/ 5147310 w 10820400"/>
              <a:gd name="connsiteY313" fmla="*/ 7876035 h 8708139"/>
              <a:gd name="connsiteX314" fmla="*/ 5721858 w 10820400"/>
              <a:gd name="connsiteY314" fmla="*/ 7876035 h 8708139"/>
              <a:gd name="connsiteX315" fmla="*/ 5929884 w 10820400"/>
              <a:gd name="connsiteY315" fmla="*/ 8292087 h 8708139"/>
              <a:gd name="connsiteX316" fmla="*/ 5721858 w 10820400"/>
              <a:gd name="connsiteY316" fmla="*/ 8708139 h 8708139"/>
              <a:gd name="connsiteX317" fmla="*/ 5147310 w 10820400"/>
              <a:gd name="connsiteY317" fmla="*/ 8708139 h 8708139"/>
              <a:gd name="connsiteX318" fmla="*/ 4117851 w 10820400"/>
              <a:gd name="connsiteY318" fmla="*/ 6981443 h 8708139"/>
              <a:gd name="connsiteX319" fmla="*/ 4325878 w 10820400"/>
              <a:gd name="connsiteY319" fmla="*/ 6565391 h 8708139"/>
              <a:gd name="connsiteX320" fmla="*/ 4900422 w 10820400"/>
              <a:gd name="connsiteY320" fmla="*/ 6565391 h 8708139"/>
              <a:gd name="connsiteX321" fmla="*/ 5108448 w 10820400"/>
              <a:gd name="connsiteY321" fmla="*/ 6981443 h 8708139"/>
              <a:gd name="connsiteX322" fmla="*/ 4900422 w 10820400"/>
              <a:gd name="connsiteY322" fmla="*/ 7397495 h 8708139"/>
              <a:gd name="connsiteX323" fmla="*/ 4325878 w 10820400"/>
              <a:gd name="connsiteY323" fmla="*/ 7397495 h 8708139"/>
              <a:gd name="connsiteX324" fmla="*/ 4117851 w 10820400"/>
              <a:gd name="connsiteY324" fmla="*/ 5231891 h 8708139"/>
              <a:gd name="connsiteX325" fmla="*/ 4325877 w 10820400"/>
              <a:gd name="connsiteY325" fmla="*/ 4815838 h 8708139"/>
              <a:gd name="connsiteX326" fmla="*/ 4900422 w 10820400"/>
              <a:gd name="connsiteY326" fmla="*/ 4815838 h 8708139"/>
              <a:gd name="connsiteX327" fmla="*/ 5108448 w 10820400"/>
              <a:gd name="connsiteY327" fmla="*/ 5231891 h 8708139"/>
              <a:gd name="connsiteX328" fmla="*/ 4900422 w 10820400"/>
              <a:gd name="connsiteY328" fmla="*/ 5647943 h 8708139"/>
              <a:gd name="connsiteX329" fmla="*/ 4325877 w 10820400"/>
              <a:gd name="connsiteY329" fmla="*/ 5647943 h 8708139"/>
              <a:gd name="connsiteX330" fmla="*/ 4117851 w 10820400"/>
              <a:gd name="connsiteY330" fmla="*/ 6106667 h 8708139"/>
              <a:gd name="connsiteX331" fmla="*/ 4325878 w 10820400"/>
              <a:gd name="connsiteY331" fmla="*/ 5690615 h 8708139"/>
              <a:gd name="connsiteX332" fmla="*/ 4900422 w 10820400"/>
              <a:gd name="connsiteY332" fmla="*/ 5690615 h 8708139"/>
              <a:gd name="connsiteX333" fmla="*/ 5108448 w 10820400"/>
              <a:gd name="connsiteY333" fmla="*/ 6106667 h 8708139"/>
              <a:gd name="connsiteX334" fmla="*/ 4900422 w 10820400"/>
              <a:gd name="connsiteY334" fmla="*/ 6522719 h 8708139"/>
              <a:gd name="connsiteX335" fmla="*/ 4325878 w 10820400"/>
              <a:gd name="connsiteY335" fmla="*/ 6522719 h 8708139"/>
              <a:gd name="connsiteX336" fmla="*/ 4117851 w 10820400"/>
              <a:gd name="connsiteY336" fmla="*/ 7856220 h 8708139"/>
              <a:gd name="connsiteX337" fmla="*/ 4325877 w 10820400"/>
              <a:gd name="connsiteY337" fmla="*/ 7440168 h 8708139"/>
              <a:gd name="connsiteX338" fmla="*/ 4900422 w 10820400"/>
              <a:gd name="connsiteY338" fmla="*/ 7440168 h 8708139"/>
              <a:gd name="connsiteX339" fmla="*/ 5108448 w 10820400"/>
              <a:gd name="connsiteY339" fmla="*/ 7856220 h 8708139"/>
              <a:gd name="connsiteX340" fmla="*/ 4900422 w 10820400"/>
              <a:gd name="connsiteY340" fmla="*/ 8272272 h 8708139"/>
              <a:gd name="connsiteX341" fmla="*/ 4325877 w 10820400"/>
              <a:gd name="connsiteY341" fmla="*/ 8272272 h 8708139"/>
              <a:gd name="connsiteX342" fmla="*/ 3291842 w 10820400"/>
              <a:gd name="connsiteY342" fmla="*/ 5667755 h 8708139"/>
              <a:gd name="connsiteX343" fmla="*/ 3499868 w 10820400"/>
              <a:gd name="connsiteY343" fmla="*/ 5251703 h 8708139"/>
              <a:gd name="connsiteX344" fmla="*/ 4074417 w 10820400"/>
              <a:gd name="connsiteY344" fmla="*/ 5251703 h 8708139"/>
              <a:gd name="connsiteX345" fmla="*/ 4282443 w 10820400"/>
              <a:gd name="connsiteY345" fmla="*/ 5667755 h 8708139"/>
              <a:gd name="connsiteX346" fmla="*/ 4074417 w 10820400"/>
              <a:gd name="connsiteY346" fmla="*/ 6083808 h 8708139"/>
              <a:gd name="connsiteX347" fmla="*/ 3499868 w 10820400"/>
              <a:gd name="connsiteY347" fmla="*/ 6083808 h 8708139"/>
              <a:gd name="connsiteX348" fmla="*/ 3291842 w 10820400"/>
              <a:gd name="connsiteY348" fmla="*/ 6542532 h 8708139"/>
              <a:gd name="connsiteX349" fmla="*/ 3499868 w 10820400"/>
              <a:gd name="connsiteY349" fmla="*/ 6126479 h 8708139"/>
              <a:gd name="connsiteX350" fmla="*/ 4074417 w 10820400"/>
              <a:gd name="connsiteY350" fmla="*/ 6126479 h 8708139"/>
              <a:gd name="connsiteX351" fmla="*/ 4282443 w 10820400"/>
              <a:gd name="connsiteY351" fmla="*/ 6542532 h 8708139"/>
              <a:gd name="connsiteX352" fmla="*/ 4074417 w 10820400"/>
              <a:gd name="connsiteY352" fmla="*/ 6958584 h 8708139"/>
              <a:gd name="connsiteX353" fmla="*/ 3499868 w 10820400"/>
              <a:gd name="connsiteY353" fmla="*/ 6958584 h 8708139"/>
              <a:gd name="connsiteX354" fmla="*/ 3291842 w 10820400"/>
              <a:gd name="connsiteY354" fmla="*/ 7417307 h 8708139"/>
              <a:gd name="connsiteX355" fmla="*/ 3499868 w 10820400"/>
              <a:gd name="connsiteY355" fmla="*/ 7001255 h 8708139"/>
              <a:gd name="connsiteX356" fmla="*/ 4074417 w 10820400"/>
              <a:gd name="connsiteY356" fmla="*/ 7001255 h 8708139"/>
              <a:gd name="connsiteX357" fmla="*/ 4282443 w 10820400"/>
              <a:gd name="connsiteY357" fmla="*/ 7417307 h 8708139"/>
              <a:gd name="connsiteX358" fmla="*/ 4074417 w 10820400"/>
              <a:gd name="connsiteY358" fmla="*/ 7833359 h 8708139"/>
              <a:gd name="connsiteX359" fmla="*/ 3499868 w 10820400"/>
              <a:gd name="connsiteY359" fmla="*/ 7833359 h 8708139"/>
              <a:gd name="connsiteX360" fmla="*/ 3291842 w 10820400"/>
              <a:gd name="connsiteY360" fmla="*/ 8292085 h 8708139"/>
              <a:gd name="connsiteX361" fmla="*/ 3499868 w 10820400"/>
              <a:gd name="connsiteY361" fmla="*/ 7876033 h 8708139"/>
              <a:gd name="connsiteX362" fmla="*/ 4074416 w 10820400"/>
              <a:gd name="connsiteY362" fmla="*/ 7876033 h 8708139"/>
              <a:gd name="connsiteX363" fmla="*/ 4282442 w 10820400"/>
              <a:gd name="connsiteY363" fmla="*/ 8292085 h 8708139"/>
              <a:gd name="connsiteX364" fmla="*/ 4074416 w 10820400"/>
              <a:gd name="connsiteY364" fmla="*/ 8708137 h 8708139"/>
              <a:gd name="connsiteX365" fmla="*/ 3499868 w 10820400"/>
              <a:gd name="connsiteY365" fmla="*/ 8708137 h 8708139"/>
              <a:gd name="connsiteX366" fmla="*/ 2468881 w 10820400"/>
              <a:gd name="connsiteY366" fmla="*/ 6103622 h 8708139"/>
              <a:gd name="connsiteX367" fmla="*/ 2676907 w 10820400"/>
              <a:gd name="connsiteY367" fmla="*/ 5687570 h 8708139"/>
              <a:gd name="connsiteX368" fmla="*/ 3251456 w 10820400"/>
              <a:gd name="connsiteY368" fmla="*/ 5687570 h 8708139"/>
              <a:gd name="connsiteX369" fmla="*/ 3459482 w 10820400"/>
              <a:gd name="connsiteY369" fmla="*/ 6103622 h 8708139"/>
              <a:gd name="connsiteX370" fmla="*/ 3251456 w 10820400"/>
              <a:gd name="connsiteY370" fmla="*/ 6519674 h 8708139"/>
              <a:gd name="connsiteX371" fmla="*/ 2676907 w 10820400"/>
              <a:gd name="connsiteY371" fmla="*/ 6519674 h 8708139"/>
              <a:gd name="connsiteX372" fmla="*/ 2468881 w 10820400"/>
              <a:gd name="connsiteY372" fmla="*/ 6978398 h 8708139"/>
              <a:gd name="connsiteX373" fmla="*/ 2676908 w 10820400"/>
              <a:gd name="connsiteY373" fmla="*/ 6562346 h 8708139"/>
              <a:gd name="connsiteX374" fmla="*/ 3251456 w 10820400"/>
              <a:gd name="connsiteY374" fmla="*/ 6562346 h 8708139"/>
              <a:gd name="connsiteX375" fmla="*/ 3459482 w 10820400"/>
              <a:gd name="connsiteY375" fmla="*/ 6978398 h 8708139"/>
              <a:gd name="connsiteX376" fmla="*/ 3251456 w 10820400"/>
              <a:gd name="connsiteY376" fmla="*/ 7394450 h 8708139"/>
              <a:gd name="connsiteX377" fmla="*/ 2676908 w 10820400"/>
              <a:gd name="connsiteY377" fmla="*/ 7394450 h 8708139"/>
              <a:gd name="connsiteX378" fmla="*/ 2468881 w 10820400"/>
              <a:gd name="connsiteY378" fmla="*/ 7853175 h 8708139"/>
              <a:gd name="connsiteX379" fmla="*/ 2676907 w 10820400"/>
              <a:gd name="connsiteY379" fmla="*/ 7437123 h 8708139"/>
              <a:gd name="connsiteX380" fmla="*/ 3251456 w 10820400"/>
              <a:gd name="connsiteY380" fmla="*/ 7437123 h 8708139"/>
              <a:gd name="connsiteX381" fmla="*/ 3459482 w 10820400"/>
              <a:gd name="connsiteY381" fmla="*/ 7853175 h 8708139"/>
              <a:gd name="connsiteX382" fmla="*/ 3251456 w 10820400"/>
              <a:gd name="connsiteY382" fmla="*/ 8269227 h 8708139"/>
              <a:gd name="connsiteX383" fmla="*/ 2676907 w 10820400"/>
              <a:gd name="connsiteY383" fmla="*/ 8269227 h 8708139"/>
              <a:gd name="connsiteX384" fmla="*/ 1645921 w 10820400"/>
              <a:gd name="connsiteY384" fmla="*/ 6542532 h 8708139"/>
              <a:gd name="connsiteX385" fmla="*/ 1853947 w 10820400"/>
              <a:gd name="connsiteY385" fmla="*/ 6126480 h 8708139"/>
              <a:gd name="connsiteX386" fmla="*/ 2428495 w 10820400"/>
              <a:gd name="connsiteY386" fmla="*/ 6126480 h 8708139"/>
              <a:gd name="connsiteX387" fmla="*/ 2636521 w 10820400"/>
              <a:gd name="connsiteY387" fmla="*/ 6542532 h 8708139"/>
              <a:gd name="connsiteX388" fmla="*/ 2428495 w 10820400"/>
              <a:gd name="connsiteY388" fmla="*/ 6958584 h 8708139"/>
              <a:gd name="connsiteX389" fmla="*/ 1853947 w 10820400"/>
              <a:gd name="connsiteY389" fmla="*/ 6958584 h 8708139"/>
              <a:gd name="connsiteX390" fmla="*/ 1645921 w 10820400"/>
              <a:gd name="connsiteY390" fmla="*/ 7417308 h 8708139"/>
              <a:gd name="connsiteX391" fmla="*/ 1853947 w 10820400"/>
              <a:gd name="connsiteY391" fmla="*/ 7001256 h 8708139"/>
              <a:gd name="connsiteX392" fmla="*/ 2428495 w 10820400"/>
              <a:gd name="connsiteY392" fmla="*/ 7001256 h 8708139"/>
              <a:gd name="connsiteX393" fmla="*/ 2636521 w 10820400"/>
              <a:gd name="connsiteY393" fmla="*/ 7417308 h 8708139"/>
              <a:gd name="connsiteX394" fmla="*/ 2428495 w 10820400"/>
              <a:gd name="connsiteY394" fmla="*/ 7833360 h 8708139"/>
              <a:gd name="connsiteX395" fmla="*/ 1853947 w 10820400"/>
              <a:gd name="connsiteY395" fmla="*/ 7833360 h 8708139"/>
              <a:gd name="connsiteX396" fmla="*/ 1645921 w 10820400"/>
              <a:gd name="connsiteY396" fmla="*/ 8292085 h 8708139"/>
              <a:gd name="connsiteX397" fmla="*/ 1853947 w 10820400"/>
              <a:gd name="connsiteY397" fmla="*/ 7876033 h 8708139"/>
              <a:gd name="connsiteX398" fmla="*/ 2428495 w 10820400"/>
              <a:gd name="connsiteY398" fmla="*/ 7876033 h 8708139"/>
              <a:gd name="connsiteX399" fmla="*/ 2636521 w 10820400"/>
              <a:gd name="connsiteY399" fmla="*/ 8292085 h 8708139"/>
              <a:gd name="connsiteX400" fmla="*/ 2428495 w 10820400"/>
              <a:gd name="connsiteY400" fmla="*/ 8708138 h 8708139"/>
              <a:gd name="connsiteX401" fmla="*/ 1853947 w 10820400"/>
              <a:gd name="connsiteY401" fmla="*/ 8708138 h 8708139"/>
              <a:gd name="connsiteX402" fmla="*/ 822961 w 10820400"/>
              <a:gd name="connsiteY402" fmla="*/ 6978399 h 8708139"/>
              <a:gd name="connsiteX403" fmla="*/ 1030986 w 10820400"/>
              <a:gd name="connsiteY403" fmla="*/ 6562347 h 8708139"/>
              <a:gd name="connsiteX404" fmla="*/ 1605535 w 10820400"/>
              <a:gd name="connsiteY404" fmla="*/ 6562347 h 8708139"/>
              <a:gd name="connsiteX405" fmla="*/ 1813561 w 10820400"/>
              <a:gd name="connsiteY405" fmla="*/ 6978399 h 8708139"/>
              <a:gd name="connsiteX406" fmla="*/ 1605535 w 10820400"/>
              <a:gd name="connsiteY406" fmla="*/ 7394451 h 8708139"/>
              <a:gd name="connsiteX407" fmla="*/ 1030986 w 10820400"/>
              <a:gd name="connsiteY407" fmla="*/ 7394451 h 8708139"/>
              <a:gd name="connsiteX408" fmla="*/ 822960 w 10820400"/>
              <a:gd name="connsiteY408" fmla="*/ 7853176 h 8708139"/>
              <a:gd name="connsiteX409" fmla="*/ 1030986 w 10820400"/>
              <a:gd name="connsiteY409" fmla="*/ 7437124 h 8708139"/>
              <a:gd name="connsiteX410" fmla="*/ 1605534 w 10820400"/>
              <a:gd name="connsiteY410" fmla="*/ 7437124 h 8708139"/>
              <a:gd name="connsiteX411" fmla="*/ 1813560 w 10820400"/>
              <a:gd name="connsiteY411" fmla="*/ 7853176 h 8708139"/>
              <a:gd name="connsiteX412" fmla="*/ 1605534 w 10820400"/>
              <a:gd name="connsiteY412" fmla="*/ 8269228 h 8708139"/>
              <a:gd name="connsiteX413" fmla="*/ 1030986 w 10820400"/>
              <a:gd name="connsiteY413" fmla="*/ 8269228 h 8708139"/>
              <a:gd name="connsiteX414" fmla="*/ 12 w 10820400"/>
              <a:gd name="connsiteY414" fmla="*/ 8292076 h 8708139"/>
              <a:gd name="connsiteX415" fmla="*/ 208038 w 10820400"/>
              <a:gd name="connsiteY415" fmla="*/ 7876025 h 8708139"/>
              <a:gd name="connsiteX416" fmla="*/ 782585 w 10820400"/>
              <a:gd name="connsiteY416" fmla="*/ 7876025 h 8708139"/>
              <a:gd name="connsiteX417" fmla="*/ 990611 w 10820400"/>
              <a:gd name="connsiteY417" fmla="*/ 8292076 h 8708139"/>
              <a:gd name="connsiteX418" fmla="*/ 782585 w 10820400"/>
              <a:gd name="connsiteY418" fmla="*/ 8708129 h 8708139"/>
              <a:gd name="connsiteX419" fmla="*/ 208038 w 10820400"/>
              <a:gd name="connsiteY419" fmla="*/ 8708129 h 8708139"/>
              <a:gd name="connsiteX420" fmla="*/ 0 w 10820400"/>
              <a:gd name="connsiteY420" fmla="*/ 7417309 h 8708139"/>
              <a:gd name="connsiteX421" fmla="*/ 208026 w 10820400"/>
              <a:gd name="connsiteY421" fmla="*/ 7001257 h 8708139"/>
              <a:gd name="connsiteX422" fmla="*/ 782574 w 10820400"/>
              <a:gd name="connsiteY422" fmla="*/ 7001257 h 8708139"/>
              <a:gd name="connsiteX423" fmla="*/ 990600 w 10820400"/>
              <a:gd name="connsiteY423" fmla="*/ 7417309 h 8708139"/>
              <a:gd name="connsiteX424" fmla="*/ 782574 w 10820400"/>
              <a:gd name="connsiteY424" fmla="*/ 7833361 h 8708139"/>
              <a:gd name="connsiteX425" fmla="*/ 208026 w 10820400"/>
              <a:gd name="connsiteY425" fmla="*/ 7833361 h 870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400" h="8708139">
                <a:moveTo>
                  <a:pt x="9829800" y="416052"/>
                </a:moveTo>
                <a:lnTo>
                  <a:pt x="10037826" y="0"/>
                </a:lnTo>
                <a:lnTo>
                  <a:pt x="10612374" y="0"/>
                </a:lnTo>
                <a:lnTo>
                  <a:pt x="10820400" y="416052"/>
                </a:lnTo>
                <a:lnTo>
                  <a:pt x="10612374" y="832104"/>
                </a:lnTo>
                <a:lnTo>
                  <a:pt x="10037826" y="832104"/>
                </a:lnTo>
                <a:close/>
                <a:moveTo>
                  <a:pt x="9829800" y="1290829"/>
                </a:moveTo>
                <a:lnTo>
                  <a:pt x="10037826" y="874777"/>
                </a:lnTo>
                <a:lnTo>
                  <a:pt x="10612374" y="874777"/>
                </a:lnTo>
                <a:lnTo>
                  <a:pt x="10820400" y="1290829"/>
                </a:lnTo>
                <a:lnTo>
                  <a:pt x="10612374" y="1706881"/>
                </a:lnTo>
                <a:lnTo>
                  <a:pt x="10037826" y="1706881"/>
                </a:lnTo>
                <a:close/>
                <a:moveTo>
                  <a:pt x="9829800" y="2165606"/>
                </a:moveTo>
                <a:lnTo>
                  <a:pt x="10037826" y="1749554"/>
                </a:lnTo>
                <a:lnTo>
                  <a:pt x="10612374" y="1749554"/>
                </a:lnTo>
                <a:lnTo>
                  <a:pt x="10820400" y="2165606"/>
                </a:lnTo>
                <a:lnTo>
                  <a:pt x="10612374" y="2581658"/>
                </a:lnTo>
                <a:lnTo>
                  <a:pt x="10037826" y="2581658"/>
                </a:lnTo>
                <a:close/>
                <a:moveTo>
                  <a:pt x="9829800" y="3040383"/>
                </a:moveTo>
                <a:lnTo>
                  <a:pt x="10037826" y="2624331"/>
                </a:lnTo>
                <a:lnTo>
                  <a:pt x="10612374" y="2624331"/>
                </a:lnTo>
                <a:lnTo>
                  <a:pt x="10820400" y="3040383"/>
                </a:lnTo>
                <a:lnTo>
                  <a:pt x="10612374" y="3456435"/>
                </a:lnTo>
                <a:lnTo>
                  <a:pt x="10037826" y="3456435"/>
                </a:lnTo>
                <a:close/>
                <a:moveTo>
                  <a:pt x="9829800" y="3915160"/>
                </a:moveTo>
                <a:lnTo>
                  <a:pt x="10037826" y="3499108"/>
                </a:lnTo>
                <a:lnTo>
                  <a:pt x="10612374" y="3499108"/>
                </a:lnTo>
                <a:lnTo>
                  <a:pt x="10820400" y="3915160"/>
                </a:lnTo>
                <a:lnTo>
                  <a:pt x="10612374" y="4331212"/>
                </a:lnTo>
                <a:lnTo>
                  <a:pt x="10037826" y="4331212"/>
                </a:lnTo>
                <a:close/>
                <a:moveTo>
                  <a:pt x="9829800" y="4789927"/>
                </a:moveTo>
                <a:lnTo>
                  <a:pt x="10037826" y="4373877"/>
                </a:lnTo>
                <a:lnTo>
                  <a:pt x="10612374" y="4373877"/>
                </a:lnTo>
                <a:lnTo>
                  <a:pt x="10820400" y="4789927"/>
                </a:lnTo>
                <a:lnTo>
                  <a:pt x="10612374" y="5205979"/>
                </a:lnTo>
                <a:lnTo>
                  <a:pt x="10037826" y="5205979"/>
                </a:lnTo>
                <a:close/>
                <a:moveTo>
                  <a:pt x="9829800" y="5664703"/>
                </a:moveTo>
                <a:lnTo>
                  <a:pt x="10037826" y="5248651"/>
                </a:lnTo>
                <a:lnTo>
                  <a:pt x="10612374" y="5248651"/>
                </a:lnTo>
                <a:lnTo>
                  <a:pt x="10820400" y="5664703"/>
                </a:lnTo>
                <a:lnTo>
                  <a:pt x="10612374" y="6080755"/>
                </a:lnTo>
                <a:lnTo>
                  <a:pt x="10037826" y="6080755"/>
                </a:lnTo>
                <a:close/>
                <a:moveTo>
                  <a:pt x="9829800" y="6539480"/>
                </a:moveTo>
                <a:lnTo>
                  <a:pt x="10037826" y="6123428"/>
                </a:lnTo>
                <a:lnTo>
                  <a:pt x="10612374" y="6123428"/>
                </a:lnTo>
                <a:lnTo>
                  <a:pt x="10820400" y="6539480"/>
                </a:lnTo>
                <a:lnTo>
                  <a:pt x="10612374" y="6955532"/>
                </a:lnTo>
                <a:lnTo>
                  <a:pt x="10037826" y="6955532"/>
                </a:lnTo>
                <a:close/>
                <a:moveTo>
                  <a:pt x="9829800" y="7414257"/>
                </a:moveTo>
                <a:lnTo>
                  <a:pt x="10037826" y="6998205"/>
                </a:lnTo>
                <a:lnTo>
                  <a:pt x="10612374" y="6998205"/>
                </a:lnTo>
                <a:lnTo>
                  <a:pt x="10820400" y="7414257"/>
                </a:lnTo>
                <a:lnTo>
                  <a:pt x="10612374" y="7830309"/>
                </a:lnTo>
                <a:lnTo>
                  <a:pt x="10037826" y="7830309"/>
                </a:lnTo>
                <a:close/>
                <a:moveTo>
                  <a:pt x="9015984" y="854961"/>
                </a:moveTo>
                <a:lnTo>
                  <a:pt x="9224010" y="438909"/>
                </a:lnTo>
                <a:lnTo>
                  <a:pt x="9798558" y="438909"/>
                </a:lnTo>
                <a:lnTo>
                  <a:pt x="10006584" y="854961"/>
                </a:lnTo>
                <a:lnTo>
                  <a:pt x="9798558" y="1271013"/>
                </a:lnTo>
                <a:lnTo>
                  <a:pt x="9224010" y="1271013"/>
                </a:lnTo>
                <a:close/>
                <a:moveTo>
                  <a:pt x="9015984" y="1729738"/>
                </a:moveTo>
                <a:lnTo>
                  <a:pt x="9224010" y="1313686"/>
                </a:lnTo>
                <a:lnTo>
                  <a:pt x="9798558" y="1313686"/>
                </a:lnTo>
                <a:lnTo>
                  <a:pt x="10006584" y="1729738"/>
                </a:lnTo>
                <a:lnTo>
                  <a:pt x="9798558" y="2145790"/>
                </a:lnTo>
                <a:lnTo>
                  <a:pt x="9224010" y="2145790"/>
                </a:lnTo>
                <a:close/>
                <a:moveTo>
                  <a:pt x="9015984" y="2604515"/>
                </a:moveTo>
                <a:lnTo>
                  <a:pt x="9224010" y="2188463"/>
                </a:lnTo>
                <a:lnTo>
                  <a:pt x="9798558" y="2188463"/>
                </a:lnTo>
                <a:lnTo>
                  <a:pt x="10006584" y="2604515"/>
                </a:lnTo>
                <a:lnTo>
                  <a:pt x="9798558" y="3020567"/>
                </a:lnTo>
                <a:lnTo>
                  <a:pt x="9224010" y="3020567"/>
                </a:lnTo>
                <a:close/>
                <a:moveTo>
                  <a:pt x="9015984" y="3479292"/>
                </a:moveTo>
                <a:lnTo>
                  <a:pt x="9224010" y="3063240"/>
                </a:lnTo>
                <a:lnTo>
                  <a:pt x="9798558" y="3063240"/>
                </a:lnTo>
                <a:lnTo>
                  <a:pt x="10006584" y="3479292"/>
                </a:lnTo>
                <a:lnTo>
                  <a:pt x="9798558" y="3895344"/>
                </a:lnTo>
                <a:lnTo>
                  <a:pt x="9224010" y="3895344"/>
                </a:lnTo>
                <a:close/>
                <a:moveTo>
                  <a:pt x="9015984" y="4354067"/>
                </a:moveTo>
                <a:lnTo>
                  <a:pt x="9224010" y="3938017"/>
                </a:lnTo>
                <a:lnTo>
                  <a:pt x="9798558" y="3938017"/>
                </a:lnTo>
                <a:lnTo>
                  <a:pt x="10006584" y="4354067"/>
                </a:lnTo>
                <a:lnTo>
                  <a:pt x="9798558" y="4770111"/>
                </a:lnTo>
                <a:lnTo>
                  <a:pt x="9224010" y="4770111"/>
                </a:lnTo>
                <a:close/>
                <a:moveTo>
                  <a:pt x="9015984" y="5228837"/>
                </a:moveTo>
                <a:lnTo>
                  <a:pt x="9224010" y="4812784"/>
                </a:lnTo>
                <a:lnTo>
                  <a:pt x="9798558" y="4812784"/>
                </a:lnTo>
                <a:lnTo>
                  <a:pt x="10006584" y="5228837"/>
                </a:lnTo>
                <a:lnTo>
                  <a:pt x="9798558" y="5644889"/>
                </a:lnTo>
                <a:lnTo>
                  <a:pt x="9224010" y="5644889"/>
                </a:lnTo>
                <a:close/>
                <a:moveTo>
                  <a:pt x="9015984" y="6103613"/>
                </a:moveTo>
                <a:lnTo>
                  <a:pt x="9224010" y="5687561"/>
                </a:lnTo>
                <a:lnTo>
                  <a:pt x="9798558" y="5687561"/>
                </a:lnTo>
                <a:lnTo>
                  <a:pt x="10006584" y="6103613"/>
                </a:lnTo>
                <a:lnTo>
                  <a:pt x="9798558" y="6519665"/>
                </a:lnTo>
                <a:lnTo>
                  <a:pt x="9224010" y="6519665"/>
                </a:lnTo>
                <a:close/>
                <a:moveTo>
                  <a:pt x="9015984" y="6978390"/>
                </a:moveTo>
                <a:lnTo>
                  <a:pt x="9224010" y="6562338"/>
                </a:lnTo>
                <a:lnTo>
                  <a:pt x="9798558" y="6562338"/>
                </a:lnTo>
                <a:lnTo>
                  <a:pt x="10006584" y="6978390"/>
                </a:lnTo>
                <a:lnTo>
                  <a:pt x="9798558" y="7394441"/>
                </a:lnTo>
                <a:lnTo>
                  <a:pt x="9224010" y="7394441"/>
                </a:lnTo>
                <a:close/>
                <a:moveTo>
                  <a:pt x="9015984" y="7853167"/>
                </a:moveTo>
                <a:lnTo>
                  <a:pt x="9224010" y="7437115"/>
                </a:lnTo>
                <a:lnTo>
                  <a:pt x="9798558" y="7437115"/>
                </a:lnTo>
                <a:lnTo>
                  <a:pt x="10006584" y="7853167"/>
                </a:lnTo>
                <a:lnTo>
                  <a:pt x="9798558" y="8269219"/>
                </a:lnTo>
                <a:lnTo>
                  <a:pt x="9224010" y="8269219"/>
                </a:lnTo>
                <a:close/>
                <a:moveTo>
                  <a:pt x="8202168" y="1292353"/>
                </a:moveTo>
                <a:lnTo>
                  <a:pt x="8410194" y="876301"/>
                </a:lnTo>
                <a:lnTo>
                  <a:pt x="8984742" y="876301"/>
                </a:lnTo>
                <a:lnTo>
                  <a:pt x="9192768" y="1292353"/>
                </a:lnTo>
                <a:lnTo>
                  <a:pt x="8984742" y="1708405"/>
                </a:lnTo>
                <a:lnTo>
                  <a:pt x="8410194" y="1708405"/>
                </a:lnTo>
                <a:close/>
                <a:moveTo>
                  <a:pt x="8202168" y="2167130"/>
                </a:moveTo>
                <a:lnTo>
                  <a:pt x="8410194" y="1751078"/>
                </a:lnTo>
                <a:lnTo>
                  <a:pt x="8984742" y="1751078"/>
                </a:lnTo>
                <a:lnTo>
                  <a:pt x="9192768" y="2167130"/>
                </a:lnTo>
                <a:lnTo>
                  <a:pt x="8984742" y="2583182"/>
                </a:lnTo>
                <a:lnTo>
                  <a:pt x="8410194" y="2583182"/>
                </a:lnTo>
                <a:close/>
                <a:moveTo>
                  <a:pt x="8202168" y="3041907"/>
                </a:moveTo>
                <a:lnTo>
                  <a:pt x="8410194" y="2625855"/>
                </a:lnTo>
                <a:lnTo>
                  <a:pt x="8984742" y="2625855"/>
                </a:lnTo>
                <a:lnTo>
                  <a:pt x="9192768" y="3041907"/>
                </a:lnTo>
                <a:lnTo>
                  <a:pt x="8984742" y="3457959"/>
                </a:lnTo>
                <a:lnTo>
                  <a:pt x="8410194" y="3457959"/>
                </a:lnTo>
                <a:close/>
                <a:moveTo>
                  <a:pt x="8202168" y="3916684"/>
                </a:moveTo>
                <a:lnTo>
                  <a:pt x="8410194" y="3500632"/>
                </a:lnTo>
                <a:lnTo>
                  <a:pt x="8984742" y="3500632"/>
                </a:lnTo>
                <a:lnTo>
                  <a:pt x="9192768" y="3916684"/>
                </a:lnTo>
                <a:lnTo>
                  <a:pt x="8984742" y="4332736"/>
                </a:lnTo>
                <a:lnTo>
                  <a:pt x="8410194" y="4332736"/>
                </a:lnTo>
                <a:close/>
                <a:moveTo>
                  <a:pt x="8202168" y="4791453"/>
                </a:moveTo>
                <a:lnTo>
                  <a:pt x="8410194" y="4375404"/>
                </a:lnTo>
                <a:lnTo>
                  <a:pt x="8984742" y="4375404"/>
                </a:lnTo>
                <a:lnTo>
                  <a:pt x="9192768" y="4791453"/>
                </a:lnTo>
                <a:lnTo>
                  <a:pt x="8984742" y="5207506"/>
                </a:lnTo>
                <a:lnTo>
                  <a:pt x="8410194" y="5207506"/>
                </a:lnTo>
                <a:close/>
                <a:moveTo>
                  <a:pt x="8202168" y="5666230"/>
                </a:moveTo>
                <a:lnTo>
                  <a:pt x="8410194" y="5250178"/>
                </a:lnTo>
                <a:lnTo>
                  <a:pt x="8984742" y="5250178"/>
                </a:lnTo>
                <a:lnTo>
                  <a:pt x="9192768" y="5666230"/>
                </a:lnTo>
                <a:lnTo>
                  <a:pt x="8984742" y="6082282"/>
                </a:lnTo>
                <a:lnTo>
                  <a:pt x="8410194" y="6082282"/>
                </a:lnTo>
                <a:close/>
                <a:moveTo>
                  <a:pt x="8202168" y="6541007"/>
                </a:moveTo>
                <a:lnTo>
                  <a:pt x="8410194" y="6124954"/>
                </a:lnTo>
                <a:lnTo>
                  <a:pt x="8984742" y="6124954"/>
                </a:lnTo>
                <a:lnTo>
                  <a:pt x="9192768" y="6541007"/>
                </a:lnTo>
                <a:lnTo>
                  <a:pt x="8984742" y="6957059"/>
                </a:lnTo>
                <a:lnTo>
                  <a:pt x="8410194" y="6957059"/>
                </a:lnTo>
                <a:close/>
                <a:moveTo>
                  <a:pt x="8202168" y="7415782"/>
                </a:moveTo>
                <a:lnTo>
                  <a:pt x="8410194" y="6999731"/>
                </a:lnTo>
                <a:lnTo>
                  <a:pt x="8984742" y="6999731"/>
                </a:lnTo>
                <a:lnTo>
                  <a:pt x="9192768" y="7415782"/>
                </a:lnTo>
                <a:lnTo>
                  <a:pt x="8984742" y="7831834"/>
                </a:lnTo>
                <a:lnTo>
                  <a:pt x="8410194" y="7831834"/>
                </a:lnTo>
                <a:close/>
                <a:moveTo>
                  <a:pt x="8202168" y="8290560"/>
                </a:moveTo>
                <a:lnTo>
                  <a:pt x="8410194" y="7874508"/>
                </a:lnTo>
                <a:lnTo>
                  <a:pt x="8984742" y="7874508"/>
                </a:lnTo>
                <a:lnTo>
                  <a:pt x="9192768" y="8290560"/>
                </a:lnTo>
                <a:lnTo>
                  <a:pt x="8984742" y="8706612"/>
                </a:lnTo>
                <a:lnTo>
                  <a:pt x="8410194" y="8706612"/>
                </a:lnTo>
                <a:close/>
                <a:moveTo>
                  <a:pt x="7388352" y="2604515"/>
                </a:moveTo>
                <a:lnTo>
                  <a:pt x="7596378" y="2188463"/>
                </a:lnTo>
                <a:lnTo>
                  <a:pt x="8170926" y="2188463"/>
                </a:lnTo>
                <a:lnTo>
                  <a:pt x="8378952" y="2604515"/>
                </a:lnTo>
                <a:lnTo>
                  <a:pt x="8170926" y="3020567"/>
                </a:lnTo>
                <a:lnTo>
                  <a:pt x="7596378" y="3020567"/>
                </a:lnTo>
                <a:close/>
                <a:moveTo>
                  <a:pt x="7388352" y="3479292"/>
                </a:moveTo>
                <a:lnTo>
                  <a:pt x="7596378" y="3063240"/>
                </a:lnTo>
                <a:lnTo>
                  <a:pt x="8170926" y="3063240"/>
                </a:lnTo>
                <a:lnTo>
                  <a:pt x="8378952" y="3479292"/>
                </a:lnTo>
                <a:lnTo>
                  <a:pt x="8170926" y="3895344"/>
                </a:lnTo>
                <a:lnTo>
                  <a:pt x="7596378" y="3895344"/>
                </a:lnTo>
                <a:close/>
                <a:moveTo>
                  <a:pt x="7388352" y="4354068"/>
                </a:moveTo>
                <a:lnTo>
                  <a:pt x="7596378" y="3938017"/>
                </a:lnTo>
                <a:lnTo>
                  <a:pt x="8170926" y="3938017"/>
                </a:lnTo>
                <a:lnTo>
                  <a:pt x="8378952" y="4354068"/>
                </a:lnTo>
                <a:lnTo>
                  <a:pt x="8170926" y="4770115"/>
                </a:lnTo>
                <a:lnTo>
                  <a:pt x="7596378" y="4770115"/>
                </a:lnTo>
                <a:close/>
                <a:moveTo>
                  <a:pt x="7388352" y="5228840"/>
                </a:moveTo>
                <a:lnTo>
                  <a:pt x="7596378" y="4812787"/>
                </a:lnTo>
                <a:lnTo>
                  <a:pt x="8170926" y="4812787"/>
                </a:lnTo>
                <a:lnTo>
                  <a:pt x="8378952" y="5228840"/>
                </a:lnTo>
                <a:lnTo>
                  <a:pt x="8170926" y="5644892"/>
                </a:lnTo>
                <a:lnTo>
                  <a:pt x="7596378" y="5644892"/>
                </a:lnTo>
                <a:close/>
                <a:moveTo>
                  <a:pt x="7388352" y="6103615"/>
                </a:moveTo>
                <a:lnTo>
                  <a:pt x="7596378" y="5687563"/>
                </a:lnTo>
                <a:lnTo>
                  <a:pt x="8170926" y="5687563"/>
                </a:lnTo>
                <a:lnTo>
                  <a:pt x="8378952" y="6103615"/>
                </a:lnTo>
                <a:lnTo>
                  <a:pt x="8170926" y="6519668"/>
                </a:lnTo>
                <a:lnTo>
                  <a:pt x="7596378" y="6519668"/>
                </a:lnTo>
                <a:close/>
                <a:moveTo>
                  <a:pt x="7388352" y="6978392"/>
                </a:moveTo>
                <a:lnTo>
                  <a:pt x="7596378" y="6562340"/>
                </a:lnTo>
                <a:lnTo>
                  <a:pt x="8170926" y="6562340"/>
                </a:lnTo>
                <a:lnTo>
                  <a:pt x="8378952" y="6978392"/>
                </a:lnTo>
                <a:lnTo>
                  <a:pt x="8170926" y="7394444"/>
                </a:lnTo>
                <a:lnTo>
                  <a:pt x="7596378" y="7394444"/>
                </a:lnTo>
                <a:close/>
                <a:moveTo>
                  <a:pt x="7388352" y="7853169"/>
                </a:moveTo>
                <a:lnTo>
                  <a:pt x="7596378" y="7437117"/>
                </a:lnTo>
                <a:lnTo>
                  <a:pt x="8170926" y="7437117"/>
                </a:lnTo>
                <a:lnTo>
                  <a:pt x="8378952" y="7853169"/>
                </a:lnTo>
                <a:lnTo>
                  <a:pt x="8170926" y="8269221"/>
                </a:lnTo>
                <a:lnTo>
                  <a:pt x="7596378" y="8269221"/>
                </a:lnTo>
                <a:close/>
                <a:moveTo>
                  <a:pt x="6574536" y="3043431"/>
                </a:moveTo>
                <a:lnTo>
                  <a:pt x="6782562" y="2627379"/>
                </a:lnTo>
                <a:lnTo>
                  <a:pt x="7357110" y="2627379"/>
                </a:lnTo>
                <a:lnTo>
                  <a:pt x="7565136" y="3043431"/>
                </a:lnTo>
                <a:lnTo>
                  <a:pt x="7357110" y="3459483"/>
                </a:lnTo>
                <a:lnTo>
                  <a:pt x="6782562" y="3459483"/>
                </a:lnTo>
                <a:close/>
                <a:moveTo>
                  <a:pt x="6574536" y="3918208"/>
                </a:moveTo>
                <a:lnTo>
                  <a:pt x="6782562" y="3502156"/>
                </a:lnTo>
                <a:lnTo>
                  <a:pt x="7357110" y="3502156"/>
                </a:lnTo>
                <a:lnTo>
                  <a:pt x="7565136" y="3918208"/>
                </a:lnTo>
                <a:lnTo>
                  <a:pt x="7357110" y="4334260"/>
                </a:lnTo>
                <a:lnTo>
                  <a:pt x="6782562" y="4334260"/>
                </a:lnTo>
                <a:close/>
                <a:moveTo>
                  <a:pt x="6574536" y="4792980"/>
                </a:moveTo>
                <a:lnTo>
                  <a:pt x="6782562" y="4376929"/>
                </a:lnTo>
                <a:lnTo>
                  <a:pt x="7357110" y="4376929"/>
                </a:lnTo>
                <a:lnTo>
                  <a:pt x="7565136" y="4792980"/>
                </a:lnTo>
                <a:lnTo>
                  <a:pt x="7357110" y="5209032"/>
                </a:lnTo>
                <a:lnTo>
                  <a:pt x="6782562" y="5209032"/>
                </a:lnTo>
                <a:close/>
                <a:moveTo>
                  <a:pt x="6574536" y="5667756"/>
                </a:moveTo>
                <a:lnTo>
                  <a:pt x="6782562" y="5251704"/>
                </a:lnTo>
                <a:lnTo>
                  <a:pt x="7357110" y="5251704"/>
                </a:lnTo>
                <a:lnTo>
                  <a:pt x="7565136" y="5667756"/>
                </a:lnTo>
                <a:lnTo>
                  <a:pt x="7357110" y="6083808"/>
                </a:lnTo>
                <a:lnTo>
                  <a:pt x="6782562" y="6083808"/>
                </a:lnTo>
                <a:close/>
                <a:moveTo>
                  <a:pt x="6574536" y="6542533"/>
                </a:moveTo>
                <a:lnTo>
                  <a:pt x="6782562" y="6126480"/>
                </a:lnTo>
                <a:lnTo>
                  <a:pt x="7357110" y="6126480"/>
                </a:lnTo>
                <a:lnTo>
                  <a:pt x="7565136" y="6542533"/>
                </a:lnTo>
                <a:lnTo>
                  <a:pt x="7357110" y="6958585"/>
                </a:lnTo>
                <a:lnTo>
                  <a:pt x="6782562" y="6958585"/>
                </a:lnTo>
                <a:close/>
                <a:moveTo>
                  <a:pt x="6574536" y="7417308"/>
                </a:moveTo>
                <a:lnTo>
                  <a:pt x="6782562" y="7001256"/>
                </a:lnTo>
                <a:lnTo>
                  <a:pt x="7357110" y="7001256"/>
                </a:lnTo>
                <a:lnTo>
                  <a:pt x="7565136" y="7417308"/>
                </a:lnTo>
                <a:lnTo>
                  <a:pt x="7357110" y="7833360"/>
                </a:lnTo>
                <a:lnTo>
                  <a:pt x="6782562" y="7833360"/>
                </a:lnTo>
                <a:close/>
                <a:moveTo>
                  <a:pt x="6574536" y="8292086"/>
                </a:moveTo>
                <a:lnTo>
                  <a:pt x="6782562" y="7876034"/>
                </a:lnTo>
                <a:lnTo>
                  <a:pt x="7357110" y="7876034"/>
                </a:lnTo>
                <a:lnTo>
                  <a:pt x="7565136" y="8292086"/>
                </a:lnTo>
                <a:lnTo>
                  <a:pt x="7357110" y="8708138"/>
                </a:lnTo>
                <a:lnTo>
                  <a:pt x="6782562" y="8708138"/>
                </a:lnTo>
                <a:close/>
                <a:moveTo>
                  <a:pt x="5753100" y="3480816"/>
                </a:moveTo>
                <a:lnTo>
                  <a:pt x="5961126" y="3064764"/>
                </a:lnTo>
                <a:lnTo>
                  <a:pt x="6535674" y="3064764"/>
                </a:lnTo>
                <a:lnTo>
                  <a:pt x="6743700" y="3480816"/>
                </a:lnTo>
                <a:lnTo>
                  <a:pt x="6535674" y="3896868"/>
                </a:lnTo>
                <a:lnTo>
                  <a:pt x="5961126" y="3896868"/>
                </a:lnTo>
                <a:close/>
                <a:moveTo>
                  <a:pt x="5753100" y="4355590"/>
                </a:moveTo>
                <a:lnTo>
                  <a:pt x="5961126" y="3939541"/>
                </a:lnTo>
                <a:lnTo>
                  <a:pt x="6535674" y="3939541"/>
                </a:lnTo>
                <a:lnTo>
                  <a:pt x="6743700" y="4355590"/>
                </a:lnTo>
                <a:lnTo>
                  <a:pt x="6535674" y="4771642"/>
                </a:lnTo>
                <a:lnTo>
                  <a:pt x="5961126" y="4771642"/>
                </a:lnTo>
                <a:close/>
                <a:moveTo>
                  <a:pt x="5753100" y="5230365"/>
                </a:moveTo>
                <a:lnTo>
                  <a:pt x="5961126" y="4814312"/>
                </a:lnTo>
                <a:lnTo>
                  <a:pt x="6535674" y="4814312"/>
                </a:lnTo>
                <a:lnTo>
                  <a:pt x="6743700" y="5230365"/>
                </a:lnTo>
                <a:lnTo>
                  <a:pt x="6535674" y="5646418"/>
                </a:lnTo>
                <a:lnTo>
                  <a:pt x="5961126" y="5646418"/>
                </a:lnTo>
                <a:close/>
                <a:moveTo>
                  <a:pt x="5753100" y="6105141"/>
                </a:moveTo>
                <a:lnTo>
                  <a:pt x="5961126" y="5689089"/>
                </a:lnTo>
                <a:lnTo>
                  <a:pt x="6535674" y="5689089"/>
                </a:lnTo>
                <a:lnTo>
                  <a:pt x="6743700" y="6105141"/>
                </a:lnTo>
                <a:lnTo>
                  <a:pt x="6535674" y="6521193"/>
                </a:lnTo>
                <a:lnTo>
                  <a:pt x="5961126" y="6521193"/>
                </a:lnTo>
                <a:close/>
                <a:moveTo>
                  <a:pt x="5753100" y="6979917"/>
                </a:moveTo>
                <a:lnTo>
                  <a:pt x="5961126" y="6563866"/>
                </a:lnTo>
                <a:lnTo>
                  <a:pt x="6535674" y="6563866"/>
                </a:lnTo>
                <a:lnTo>
                  <a:pt x="6743700" y="6979917"/>
                </a:lnTo>
                <a:lnTo>
                  <a:pt x="6535674" y="7395969"/>
                </a:lnTo>
                <a:lnTo>
                  <a:pt x="5961126" y="7395969"/>
                </a:lnTo>
                <a:close/>
                <a:moveTo>
                  <a:pt x="5753100" y="7854695"/>
                </a:moveTo>
                <a:lnTo>
                  <a:pt x="5961126" y="7438643"/>
                </a:lnTo>
                <a:lnTo>
                  <a:pt x="6535674" y="7438643"/>
                </a:lnTo>
                <a:lnTo>
                  <a:pt x="6743700" y="7854695"/>
                </a:lnTo>
                <a:lnTo>
                  <a:pt x="6535674" y="8270747"/>
                </a:lnTo>
                <a:lnTo>
                  <a:pt x="5961126" y="8270747"/>
                </a:lnTo>
                <a:close/>
                <a:moveTo>
                  <a:pt x="4939284" y="3918207"/>
                </a:moveTo>
                <a:lnTo>
                  <a:pt x="5147310" y="3502155"/>
                </a:lnTo>
                <a:lnTo>
                  <a:pt x="5721858" y="3502155"/>
                </a:lnTo>
                <a:lnTo>
                  <a:pt x="5929884" y="3918207"/>
                </a:lnTo>
                <a:lnTo>
                  <a:pt x="5721858" y="4334259"/>
                </a:lnTo>
                <a:lnTo>
                  <a:pt x="5147310" y="4334259"/>
                </a:lnTo>
                <a:close/>
                <a:moveTo>
                  <a:pt x="4939284" y="4792981"/>
                </a:moveTo>
                <a:lnTo>
                  <a:pt x="5147310" y="4376930"/>
                </a:lnTo>
                <a:lnTo>
                  <a:pt x="5721858" y="4376930"/>
                </a:lnTo>
                <a:lnTo>
                  <a:pt x="5929884" y="4792981"/>
                </a:lnTo>
                <a:lnTo>
                  <a:pt x="5721858" y="5209033"/>
                </a:lnTo>
                <a:lnTo>
                  <a:pt x="5147310" y="5209033"/>
                </a:lnTo>
                <a:close/>
                <a:moveTo>
                  <a:pt x="4939284" y="5667757"/>
                </a:moveTo>
                <a:lnTo>
                  <a:pt x="5147310" y="5251705"/>
                </a:lnTo>
                <a:lnTo>
                  <a:pt x="5721858" y="5251705"/>
                </a:lnTo>
                <a:lnTo>
                  <a:pt x="5929884" y="5667757"/>
                </a:lnTo>
                <a:lnTo>
                  <a:pt x="5721858" y="6083809"/>
                </a:lnTo>
                <a:lnTo>
                  <a:pt x="5147310" y="6083809"/>
                </a:lnTo>
                <a:close/>
                <a:moveTo>
                  <a:pt x="4939284" y="6542533"/>
                </a:moveTo>
                <a:lnTo>
                  <a:pt x="5147310" y="6126481"/>
                </a:lnTo>
                <a:lnTo>
                  <a:pt x="5721858" y="6126481"/>
                </a:lnTo>
                <a:lnTo>
                  <a:pt x="5929884" y="6542533"/>
                </a:lnTo>
                <a:lnTo>
                  <a:pt x="5721858" y="6958585"/>
                </a:lnTo>
                <a:lnTo>
                  <a:pt x="5147310" y="6958585"/>
                </a:lnTo>
                <a:close/>
                <a:moveTo>
                  <a:pt x="4939284" y="7417309"/>
                </a:moveTo>
                <a:lnTo>
                  <a:pt x="5147310" y="7001257"/>
                </a:lnTo>
                <a:lnTo>
                  <a:pt x="5721858" y="7001257"/>
                </a:lnTo>
                <a:lnTo>
                  <a:pt x="5929884" y="7417309"/>
                </a:lnTo>
                <a:lnTo>
                  <a:pt x="5721858" y="7833361"/>
                </a:lnTo>
                <a:lnTo>
                  <a:pt x="5147310" y="7833361"/>
                </a:lnTo>
                <a:close/>
                <a:moveTo>
                  <a:pt x="4939284" y="8292087"/>
                </a:moveTo>
                <a:lnTo>
                  <a:pt x="5147310" y="7876035"/>
                </a:lnTo>
                <a:lnTo>
                  <a:pt x="5721858" y="7876035"/>
                </a:lnTo>
                <a:lnTo>
                  <a:pt x="5929884" y="8292087"/>
                </a:lnTo>
                <a:lnTo>
                  <a:pt x="5721858" y="8708139"/>
                </a:lnTo>
                <a:lnTo>
                  <a:pt x="5147310" y="8708139"/>
                </a:lnTo>
                <a:close/>
                <a:moveTo>
                  <a:pt x="4117851" y="6981443"/>
                </a:moveTo>
                <a:lnTo>
                  <a:pt x="4325878" y="6565391"/>
                </a:lnTo>
                <a:lnTo>
                  <a:pt x="4900422" y="6565391"/>
                </a:lnTo>
                <a:lnTo>
                  <a:pt x="5108448" y="6981443"/>
                </a:lnTo>
                <a:lnTo>
                  <a:pt x="4900422" y="7397495"/>
                </a:lnTo>
                <a:lnTo>
                  <a:pt x="4325878" y="7397495"/>
                </a:lnTo>
                <a:close/>
                <a:moveTo>
                  <a:pt x="4117851" y="5231891"/>
                </a:moveTo>
                <a:lnTo>
                  <a:pt x="4325877" y="4815838"/>
                </a:lnTo>
                <a:lnTo>
                  <a:pt x="4900422" y="4815838"/>
                </a:lnTo>
                <a:lnTo>
                  <a:pt x="5108448" y="5231891"/>
                </a:lnTo>
                <a:lnTo>
                  <a:pt x="4900422" y="5647943"/>
                </a:lnTo>
                <a:lnTo>
                  <a:pt x="4325877" y="5647943"/>
                </a:lnTo>
                <a:close/>
                <a:moveTo>
                  <a:pt x="4117851" y="6106667"/>
                </a:moveTo>
                <a:lnTo>
                  <a:pt x="4325878" y="5690615"/>
                </a:lnTo>
                <a:lnTo>
                  <a:pt x="4900422" y="5690615"/>
                </a:lnTo>
                <a:lnTo>
                  <a:pt x="5108448" y="6106667"/>
                </a:lnTo>
                <a:lnTo>
                  <a:pt x="4900422" y="6522719"/>
                </a:lnTo>
                <a:lnTo>
                  <a:pt x="4325878" y="6522719"/>
                </a:lnTo>
                <a:close/>
                <a:moveTo>
                  <a:pt x="4117851" y="7856220"/>
                </a:moveTo>
                <a:lnTo>
                  <a:pt x="4325877" y="7440168"/>
                </a:lnTo>
                <a:lnTo>
                  <a:pt x="4900422" y="7440168"/>
                </a:lnTo>
                <a:lnTo>
                  <a:pt x="5108448" y="7856220"/>
                </a:lnTo>
                <a:lnTo>
                  <a:pt x="4900422" y="8272272"/>
                </a:lnTo>
                <a:lnTo>
                  <a:pt x="4325877" y="8272272"/>
                </a:lnTo>
                <a:close/>
                <a:moveTo>
                  <a:pt x="3291842" y="5667755"/>
                </a:moveTo>
                <a:lnTo>
                  <a:pt x="3499868" y="5251703"/>
                </a:lnTo>
                <a:lnTo>
                  <a:pt x="4074417" y="5251703"/>
                </a:lnTo>
                <a:lnTo>
                  <a:pt x="4282443" y="5667755"/>
                </a:lnTo>
                <a:lnTo>
                  <a:pt x="4074417" y="6083808"/>
                </a:lnTo>
                <a:lnTo>
                  <a:pt x="3499868" y="6083808"/>
                </a:lnTo>
                <a:close/>
                <a:moveTo>
                  <a:pt x="3291842" y="6542532"/>
                </a:moveTo>
                <a:lnTo>
                  <a:pt x="3499868" y="6126479"/>
                </a:lnTo>
                <a:lnTo>
                  <a:pt x="4074417" y="6126479"/>
                </a:lnTo>
                <a:lnTo>
                  <a:pt x="4282443" y="6542532"/>
                </a:lnTo>
                <a:lnTo>
                  <a:pt x="4074417" y="6958584"/>
                </a:lnTo>
                <a:lnTo>
                  <a:pt x="3499868" y="6958584"/>
                </a:lnTo>
                <a:close/>
                <a:moveTo>
                  <a:pt x="3291842" y="7417307"/>
                </a:moveTo>
                <a:lnTo>
                  <a:pt x="3499868" y="7001255"/>
                </a:lnTo>
                <a:lnTo>
                  <a:pt x="4074417" y="7001255"/>
                </a:lnTo>
                <a:lnTo>
                  <a:pt x="4282443" y="7417307"/>
                </a:lnTo>
                <a:lnTo>
                  <a:pt x="4074417" y="7833359"/>
                </a:lnTo>
                <a:lnTo>
                  <a:pt x="3499868" y="7833359"/>
                </a:lnTo>
                <a:close/>
                <a:moveTo>
                  <a:pt x="3291842" y="8292085"/>
                </a:moveTo>
                <a:lnTo>
                  <a:pt x="3499868" y="7876033"/>
                </a:lnTo>
                <a:lnTo>
                  <a:pt x="4074416" y="7876033"/>
                </a:lnTo>
                <a:lnTo>
                  <a:pt x="4282442" y="8292085"/>
                </a:lnTo>
                <a:lnTo>
                  <a:pt x="4074416" y="8708137"/>
                </a:lnTo>
                <a:lnTo>
                  <a:pt x="3499868" y="8708137"/>
                </a:lnTo>
                <a:close/>
                <a:moveTo>
                  <a:pt x="2468881" y="6103622"/>
                </a:moveTo>
                <a:lnTo>
                  <a:pt x="2676907" y="5687570"/>
                </a:lnTo>
                <a:lnTo>
                  <a:pt x="3251456" y="5687570"/>
                </a:lnTo>
                <a:lnTo>
                  <a:pt x="3459482" y="6103622"/>
                </a:lnTo>
                <a:lnTo>
                  <a:pt x="3251456" y="6519674"/>
                </a:lnTo>
                <a:lnTo>
                  <a:pt x="2676907" y="6519674"/>
                </a:lnTo>
                <a:close/>
                <a:moveTo>
                  <a:pt x="2468881" y="6978398"/>
                </a:moveTo>
                <a:lnTo>
                  <a:pt x="2676908" y="6562346"/>
                </a:lnTo>
                <a:lnTo>
                  <a:pt x="3251456" y="6562346"/>
                </a:lnTo>
                <a:lnTo>
                  <a:pt x="3459482" y="6978398"/>
                </a:lnTo>
                <a:lnTo>
                  <a:pt x="3251456" y="7394450"/>
                </a:lnTo>
                <a:lnTo>
                  <a:pt x="2676908" y="7394450"/>
                </a:lnTo>
                <a:close/>
                <a:moveTo>
                  <a:pt x="2468881" y="7853175"/>
                </a:moveTo>
                <a:lnTo>
                  <a:pt x="2676907" y="7437123"/>
                </a:lnTo>
                <a:lnTo>
                  <a:pt x="3251456" y="7437123"/>
                </a:lnTo>
                <a:lnTo>
                  <a:pt x="3459482" y="7853175"/>
                </a:lnTo>
                <a:lnTo>
                  <a:pt x="3251456" y="8269227"/>
                </a:lnTo>
                <a:lnTo>
                  <a:pt x="2676907" y="8269227"/>
                </a:lnTo>
                <a:close/>
                <a:moveTo>
                  <a:pt x="1645921" y="6542532"/>
                </a:moveTo>
                <a:lnTo>
                  <a:pt x="1853947" y="6126480"/>
                </a:lnTo>
                <a:lnTo>
                  <a:pt x="2428495" y="6126480"/>
                </a:lnTo>
                <a:lnTo>
                  <a:pt x="2636521" y="6542532"/>
                </a:lnTo>
                <a:lnTo>
                  <a:pt x="2428495" y="6958584"/>
                </a:lnTo>
                <a:lnTo>
                  <a:pt x="1853947" y="6958584"/>
                </a:lnTo>
                <a:close/>
                <a:moveTo>
                  <a:pt x="1645921" y="7417308"/>
                </a:moveTo>
                <a:lnTo>
                  <a:pt x="1853947" y="7001256"/>
                </a:lnTo>
                <a:lnTo>
                  <a:pt x="2428495" y="7001256"/>
                </a:lnTo>
                <a:lnTo>
                  <a:pt x="2636521" y="7417308"/>
                </a:lnTo>
                <a:lnTo>
                  <a:pt x="2428495" y="7833360"/>
                </a:lnTo>
                <a:lnTo>
                  <a:pt x="1853947" y="7833360"/>
                </a:lnTo>
                <a:close/>
                <a:moveTo>
                  <a:pt x="1645921" y="8292085"/>
                </a:moveTo>
                <a:lnTo>
                  <a:pt x="1853947" y="7876033"/>
                </a:lnTo>
                <a:lnTo>
                  <a:pt x="2428495" y="7876033"/>
                </a:lnTo>
                <a:lnTo>
                  <a:pt x="2636521" y="8292085"/>
                </a:lnTo>
                <a:lnTo>
                  <a:pt x="2428495" y="8708138"/>
                </a:lnTo>
                <a:lnTo>
                  <a:pt x="1853947" y="8708138"/>
                </a:lnTo>
                <a:close/>
                <a:moveTo>
                  <a:pt x="822961" y="6978399"/>
                </a:moveTo>
                <a:lnTo>
                  <a:pt x="1030986" y="6562347"/>
                </a:lnTo>
                <a:lnTo>
                  <a:pt x="1605535" y="6562347"/>
                </a:lnTo>
                <a:lnTo>
                  <a:pt x="1813561" y="6978399"/>
                </a:lnTo>
                <a:lnTo>
                  <a:pt x="1605535" y="7394451"/>
                </a:lnTo>
                <a:lnTo>
                  <a:pt x="1030986" y="7394451"/>
                </a:lnTo>
                <a:close/>
                <a:moveTo>
                  <a:pt x="822960" y="7853176"/>
                </a:moveTo>
                <a:lnTo>
                  <a:pt x="1030986" y="7437124"/>
                </a:lnTo>
                <a:lnTo>
                  <a:pt x="1605534" y="7437124"/>
                </a:lnTo>
                <a:lnTo>
                  <a:pt x="1813560" y="7853176"/>
                </a:lnTo>
                <a:lnTo>
                  <a:pt x="1605534" y="8269228"/>
                </a:lnTo>
                <a:lnTo>
                  <a:pt x="1030986" y="8269228"/>
                </a:lnTo>
                <a:close/>
                <a:moveTo>
                  <a:pt x="12" y="8292076"/>
                </a:moveTo>
                <a:lnTo>
                  <a:pt x="208038" y="7876025"/>
                </a:lnTo>
                <a:lnTo>
                  <a:pt x="782585" y="7876025"/>
                </a:lnTo>
                <a:lnTo>
                  <a:pt x="990611" y="8292076"/>
                </a:lnTo>
                <a:lnTo>
                  <a:pt x="782585" y="8708129"/>
                </a:lnTo>
                <a:lnTo>
                  <a:pt x="208038" y="8708129"/>
                </a:lnTo>
                <a:close/>
                <a:moveTo>
                  <a:pt x="0" y="7417309"/>
                </a:moveTo>
                <a:lnTo>
                  <a:pt x="208026" y="7001257"/>
                </a:lnTo>
                <a:lnTo>
                  <a:pt x="782574" y="7001257"/>
                </a:lnTo>
                <a:lnTo>
                  <a:pt x="990600" y="7417309"/>
                </a:lnTo>
                <a:lnTo>
                  <a:pt x="782574" y="7833361"/>
                </a:lnTo>
                <a:lnTo>
                  <a:pt x="208026" y="7833361"/>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00FF44E8-99B5-4870-E05C-64ABFE0D4483}"/>
              </a:ext>
            </a:extLst>
          </p:cNvPr>
          <p:cNvSpPr/>
          <p:nvPr/>
        </p:nvSpPr>
        <p:spPr>
          <a:xfrm rot="5400000">
            <a:off x="6608066" y="893066"/>
            <a:ext cx="10820392" cy="8272274"/>
          </a:xfrm>
          <a:custGeom>
            <a:avLst/>
            <a:gdLst>
              <a:gd name="connsiteX0" fmla="*/ 9829792 w 10820392"/>
              <a:gd name="connsiteY0" fmla="*/ 854964 h 8272274"/>
              <a:gd name="connsiteX1" fmla="*/ 10037818 w 10820392"/>
              <a:gd name="connsiteY1" fmla="*/ 438912 h 8272274"/>
              <a:gd name="connsiteX2" fmla="*/ 10612366 w 10820392"/>
              <a:gd name="connsiteY2" fmla="*/ 438912 h 8272274"/>
              <a:gd name="connsiteX3" fmla="*/ 10820392 w 10820392"/>
              <a:gd name="connsiteY3" fmla="*/ 854964 h 8272274"/>
              <a:gd name="connsiteX4" fmla="*/ 10612366 w 10820392"/>
              <a:gd name="connsiteY4" fmla="*/ 1271016 h 8272274"/>
              <a:gd name="connsiteX5" fmla="*/ 10037818 w 10820392"/>
              <a:gd name="connsiteY5" fmla="*/ 1271016 h 8272274"/>
              <a:gd name="connsiteX6" fmla="*/ 9015976 w 10820392"/>
              <a:gd name="connsiteY6" fmla="*/ 416052 h 8272274"/>
              <a:gd name="connsiteX7" fmla="*/ 9224002 w 10820392"/>
              <a:gd name="connsiteY7" fmla="*/ 0 h 8272274"/>
              <a:gd name="connsiteX8" fmla="*/ 9798550 w 10820392"/>
              <a:gd name="connsiteY8" fmla="*/ 0 h 8272274"/>
              <a:gd name="connsiteX9" fmla="*/ 10006576 w 10820392"/>
              <a:gd name="connsiteY9" fmla="*/ 416052 h 8272274"/>
              <a:gd name="connsiteX10" fmla="*/ 9798550 w 10820392"/>
              <a:gd name="connsiteY10" fmla="*/ 832104 h 8272274"/>
              <a:gd name="connsiteX11" fmla="*/ 9224002 w 10820392"/>
              <a:gd name="connsiteY11" fmla="*/ 832104 h 8272274"/>
              <a:gd name="connsiteX12" fmla="*/ 9015976 w 10820392"/>
              <a:gd name="connsiteY12" fmla="*/ 1293873 h 8272274"/>
              <a:gd name="connsiteX13" fmla="*/ 9224002 w 10820392"/>
              <a:gd name="connsiteY13" fmla="*/ 877821 h 8272274"/>
              <a:gd name="connsiteX14" fmla="*/ 9798550 w 10820392"/>
              <a:gd name="connsiteY14" fmla="*/ 877821 h 8272274"/>
              <a:gd name="connsiteX15" fmla="*/ 10006576 w 10820392"/>
              <a:gd name="connsiteY15" fmla="*/ 1293873 h 8272274"/>
              <a:gd name="connsiteX16" fmla="*/ 9798550 w 10820392"/>
              <a:gd name="connsiteY16" fmla="*/ 1709925 h 8272274"/>
              <a:gd name="connsiteX17" fmla="*/ 9224002 w 10820392"/>
              <a:gd name="connsiteY17" fmla="*/ 1709925 h 8272274"/>
              <a:gd name="connsiteX18" fmla="*/ 8202160 w 10820392"/>
              <a:gd name="connsiteY18" fmla="*/ 853444 h 8272274"/>
              <a:gd name="connsiteX19" fmla="*/ 8410186 w 10820392"/>
              <a:gd name="connsiteY19" fmla="*/ 437392 h 8272274"/>
              <a:gd name="connsiteX20" fmla="*/ 8984734 w 10820392"/>
              <a:gd name="connsiteY20" fmla="*/ 437392 h 8272274"/>
              <a:gd name="connsiteX21" fmla="*/ 9192760 w 10820392"/>
              <a:gd name="connsiteY21" fmla="*/ 853444 h 8272274"/>
              <a:gd name="connsiteX22" fmla="*/ 8984734 w 10820392"/>
              <a:gd name="connsiteY22" fmla="*/ 1269496 h 8272274"/>
              <a:gd name="connsiteX23" fmla="*/ 8410186 w 10820392"/>
              <a:gd name="connsiteY23" fmla="*/ 1269496 h 8272274"/>
              <a:gd name="connsiteX24" fmla="*/ 8202160 w 10820392"/>
              <a:gd name="connsiteY24" fmla="*/ 1731265 h 8272274"/>
              <a:gd name="connsiteX25" fmla="*/ 8410186 w 10820392"/>
              <a:gd name="connsiteY25" fmla="*/ 1315213 h 8272274"/>
              <a:gd name="connsiteX26" fmla="*/ 8984734 w 10820392"/>
              <a:gd name="connsiteY26" fmla="*/ 1315213 h 8272274"/>
              <a:gd name="connsiteX27" fmla="*/ 9192760 w 10820392"/>
              <a:gd name="connsiteY27" fmla="*/ 1731265 h 8272274"/>
              <a:gd name="connsiteX28" fmla="*/ 8984734 w 10820392"/>
              <a:gd name="connsiteY28" fmla="*/ 2147317 h 8272274"/>
              <a:gd name="connsiteX29" fmla="*/ 8410186 w 10820392"/>
              <a:gd name="connsiteY29" fmla="*/ 2147317 h 8272274"/>
              <a:gd name="connsiteX30" fmla="*/ 7388344 w 10820392"/>
              <a:gd name="connsiteY30" fmla="*/ 416052 h 8272274"/>
              <a:gd name="connsiteX31" fmla="*/ 7596370 w 10820392"/>
              <a:gd name="connsiteY31" fmla="*/ 0 h 8272274"/>
              <a:gd name="connsiteX32" fmla="*/ 8170918 w 10820392"/>
              <a:gd name="connsiteY32" fmla="*/ 0 h 8272274"/>
              <a:gd name="connsiteX33" fmla="*/ 8378944 w 10820392"/>
              <a:gd name="connsiteY33" fmla="*/ 416052 h 8272274"/>
              <a:gd name="connsiteX34" fmla="*/ 8170918 w 10820392"/>
              <a:gd name="connsiteY34" fmla="*/ 832104 h 8272274"/>
              <a:gd name="connsiteX35" fmla="*/ 7596370 w 10820392"/>
              <a:gd name="connsiteY35" fmla="*/ 832104 h 8272274"/>
              <a:gd name="connsiteX36" fmla="*/ 7388344 w 10820392"/>
              <a:gd name="connsiteY36" fmla="*/ 1293873 h 8272274"/>
              <a:gd name="connsiteX37" fmla="*/ 7596370 w 10820392"/>
              <a:gd name="connsiteY37" fmla="*/ 877821 h 8272274"/>
              <a:gd name="connsiteX38" fmla="*/ 8170918 w 10820392"/>
              <a:gd name="connsiteY38" fmla="*/ 877821 h 8272274"/>
              <a:gd name="connsiteX39" fmla="*/ 8378944 w 10820392"/>
              <a:gd name="connsiteY39" fmla="*/ 1293873 h 8272274"/>
              <a:gd name="connsiteX40" fmla="*/ 8170918 w 10820392"/>
              <a:gd name="connsiteY40" fmla="*/ 1709925 h 8272274"/>
              <a:gd name="connsiteX41" fmla="*/ 7596370 w 10820392"/>
              <a:gd name="connsiteY41" fmla="*/ 1709925 h 8272274"/>
              <a:gd name="connsiteX42" fmla="*/ 7388344 w 10820392"/>
              <a:gd name="connsiteY42" fmla="*/ 2168650 h 8272274"/>
              <a:gd name="connsiteX43" fmla="*/ 7596370 w 10820392"/>
              <a:gd name="connsiteY43" fmla="*/ 1752598 h 8272274"/>
              <a:gd name="connsiteX44" fmla="*/ 8170918 w 10820392"/>
              <a:gd name="connsiteY44" fmla="*/ 1752598 h 8272274"/>
              <a:gd name="connsiteX45" fmla="*/ 8378944 w 10820392"/>
              <a:gd name="connsiteY45" fmla="*/ 2168650 h 8272274"/>
              <a:gd name="connsiteX46" fmla="*/ 8170918 w 10820392"/>
              <a:gd name="connsiteY46" fmla="*/ 2584702 h 8272274"/>
              <a:gd name="connsiteX47" fmla="*/ 7596370 w 10820392"/>
              <a:gd name="connsiteY47" fmla="*/ 2584702 h 8272274"/>
              <a:gd name="connsiteX48" fmla="*/ 7388344 w 10820392"/>
              <a:gd name="connsiteY48" fmla="*/ 3043427 h 8272274"/>
              <a:gd name="connsiteX49" fmla="*/ 7596370 w 10820392"/>
              <a:gd name="connsiteY49" fmla="*/ 2627375 h 8272274"/>
              <a:gd name="connsiteX50" fmla="*/ 8170918 w 10820392"/>
              <a:gd name="connsiteY50" fmla="*/ 2627375 h 8272274"/>
              <a:gd name="connsiteX51" fmla="*/ 8378944 w 10820392"/>
              <a:gd name="connsiteY51" fmla="*/ 3043427 h 8272274"/>
              <a:gd name="connsiteX52" fmla="*/ 8170918 w 10820392"/>
              <a:gd name="connsiteY52" fmla="*/ 3459479 h 8272274"/>
              <a:gd name="connsiteX53" fmla="*/ 7596370 w 10820392"/>
              <a:gd name="connsiteY53" fmla="*/ 3459479 h 8272274"/>
              <a:gd name="connsiteX54" fmla="*/ 6574528 w 10820392"/>
              <a:gd name="connsiteY54" fmla="*/ 854968 h 8272274"/>
              <a:gd name="connsiteX55" fmla="*/ 6782554 w 10820392"/>
              <a:gd name="connsiteY55" fmla="*/ 438916 h 8272274"/>
              <a:gd name="connsiteX56" fmla="*/ 7357102 w 10820392"/>
              <a:gd name="connsiteY56" fmla="*/ 438916 h 8272274"/>
              <a:gd name="connsiteX57" fmla="*/ 7565128 w 10820392"/>
              <a:gd name="connsiteY57" fmla="*/ 854968 h 8272274"/>
              <a:gd name="connsiteX58" fmla="*/ 7357102 w 10820392"/>
              <a:gd name="connsiteY58" fmla="*/ 1271020 h 8272274"/>
              <a:gd name="connsiteX59" fmla="*/ 6782554 w 10820392"/>
              <a:gd name="connsiteY59" fmla="*/ 1271020 h 8272274"/>
              <a:gd name="connsiteX60" fmla="*/ 6574528 w 10820392"/>
              <a:gd name="connsiteY60" fmla="*/ 1732789 h 8272274"/>
              <a:gd name="connsiteX61" fmla="*/ 6782554 w 10820392"/>
              <a:gd name="connsiteY61" fmla="*/ 1316737 h 8272274"/>
              <a:gd name="connsiteX62" fmla="*/ 7357102 w 10820392"/>
              <a:gd name="connsiteY62" fmla="*/ 1316737 h 8272274"/>
              <a:gd name="connsiteX63" fmla="*/ 7565128 w 10820392"/>
              <a:gd name="connsiteY63" fmla="*/ 1732789 h 8272274"/>
              <a:gd name="connsiteX64" fmla="*/ 7357102 w 10820392"/>
              <a:gd name="connsiteY64" fmla="*/ 2148841 h 8272274"/>
              <a:gd name="connsiteX65" fmla="*/ 6782554 w 10820392"/>
              <a:gd name="connsiteY65" fmla="*/ 2148841 h 8272274"/>
              <a:gd name="connsiteX66" fmla="*/ 6574528 w 10820392"/>
              <a:gd name="connsiteY66" fmla="*/ 2607566 h 8272274"/>
              <a:gd name="connsiteX67" fmla="*/ 6782554 w 10820392"/>
              <a:gd name="connsiteY67" fmla="*/ 2191514 h 8272274"/>
              <a:gd name="connsiteX68" fmla="*/ 7357102 w 10820392"/>
              <a:gd name="connsiteY68" fmla="*/ 2191514 h 8272274"/>
              <a:gd name="connsiteX69" fmla="*/ 7565128 w 10820392"/>
              <a:gd name="connsiteY69" fmla="*/ 2607566 h 8272274"/>
              <a:gd name="connsiteX70" fmla="*/ 7357102 w 10820392"/>
              <a:gd name="connsiteY70" fmla="*/ 3023618 h 8272274"/>
              <a:gd name="connsiteX71" fmla="*/ 6782554 w 10820392"/>
              <a:gd name="connsiteY71" fmla="*/ 3023618 h 8272274"/>
              <a:gd name="connsiteX72" fmla="*/ 6574528 w 10820392"/>
              <a:gd name="connsiteY72" fmla="*/ 3482343 h 8272274"/>
              <a:gd name="connsiteX73" fmla="*/ 6782554 w 10820392"/>
              <a:gd name="connsiteY73" fmla="*/ 3066291 h 8272274"/>
              <a:gd name="connsiteX74" fmla="*/ 7357102 w 10820392"/>
              <a:gd name="connsiteY74" fmla="*/ 3066291 h 8272274"/>
              <a:gd name="connsiteX75" fmla="*/ 7565128 w 10820392"/>
              <a:gd name="connsiteY75" fmla="*/ 3482343 h 8272274"/>
              <a:gd name="connsiteX76" fmla="*/ 7357102 w 10820392"/>
              <a:gd name="connsiteY76" fmla="*/ 3898395 h 8272274"/>
              <a:gd name="connsiteX77" fmla="*/ 6782554 w 10820392"/>
              <a:gd name="connsiteY77" fmla="*/ 3898395 h 8272274"/>
              <a:gd name="connsiteX78" fmla="*/ 5753092 w 10820392"/>
              <a:gd name="connsiteY78" fmla="*/ 417576 h 8272274"/>
              <a:gd name="connsiteX79" fmla="*/ 5961118 w 10820392"/>
              <a:gd name="connsiteY79" fmla="*/ 1524 h 8272274"/>
              <a:gd name="connsiteX80" fmla="*/ 6535666 w 10820392"/>
              <a:gd name="connsiteY80" fmla="*/ 1524 h 8272274"/>
              <a:gd name="connsiteX81" fmla="*/ 6743692 w 10820392"/>
              <a:gd name="connsiteY81" fmla="*/ 417576 h 8272274"/>
              <a:gd name="connsiteX82" fmla="*/ 6535666 w 10820392"/>
              <a:gd name="connsiteY82" fmla="*/ 833628 h 8272274"/>
              <a:gd name="connsiteX83" fmla="*/ 5961118 w 10820392"/>
              <a:gd name="connsiteY83" fmla="*/ 833628 h 8272274"/>
              <a:gd name="connsiteX84" fmla="*/ 5753092 w 10820392"/>
              <a:gd name="connsiteY84" fmla="*/ 1295397 h 8272274"/>
              <a:gd name="connsiteX85" fmla="*/ 5961118 w 10820392"/>
              <a:gd name="connsiteY85" fmla="*/ 879345 h 8272274"/>
              <a:gd name="connsiteX86" fmla="*/ 6535666 w 10820392"/>
              <a:gd name="connsiteY86" fmla="*/ 879345 h 8272274"/>
              <a:gd name="connsiteX87" fmla="*/ 6743692 w 10820392"/>
              <a:gd name="connsiteY87" fmla="*/ 1295397 h 8272274"/>
              <a:gd name="connsiteX88" fmla="*/ 6535666 w 10820392"/>
              <a:gd name="connsiteY88" fmla="*/ 1711449 h 8272274"/>
              <a:gd name="connsiteX89" fmla="*/ 5961118 w 10820392"/>
              <a:gd name="connsiteY89" fmla="*/ 1711449 h 8272274"/>
              <a:gd name="connsiteX90" fmla="*/ 5753092 w 10820392"/>
              <a:gd name="connsiteY90" fmla="*/ 2170174 h 8272274"/>
              <a:gd name="connsiteX91" fmla="*/ 5961118 w 10820392"/>
              <a:gd name="connsiteY91" fmla="*/ 1754122 h 8272274"/>
              <a:gd name="connsiteX92" fmla="*/ 6535666 w 10820392"/>
              <a:gd name="connsiteY92" fmla="*/ 1754122 h 8272274"/>
              <a:gd name="connsiteX93" fmla="*/ 6743692 w 10820392"/>
              <a:gd name="connsiteY93" fmla="*/ 2170174 h 8272274"/>
              <a:gd name="connsiteX94" fmla="*/ 6535666 w 10820392"/>
              <a:gd name="connsiteY94" fmla="*/ 2586226 h 8272274"/>
              <a:gd name="connsiteX95" fmla="*/ 5961118 w 10820392"/>
              <a:gd name="connsiteY95" fmla="*/ 2586226 h 8272274"/>
              <a:gd name="connsiteX96" fmla="*/ 5753092 w 10820392"/>
              <a:gd name="connsiteY96" fmla="*/ 3044951 h 8272274"/>
              <a:gd name="connsiteX97" fmla="*/ 5961118 w 10820392"/>
              <a:gd name="connsiteY97" fmla="*/ 2628899 h 8272274"/>
              <a:gd name="connsiteX98" fmla="*/ 6535666 w 10820392"/>
              <a:gd name="connsiteY98" fmla="*/ 2628899 h 8272274"/>
              <a:gd name="connsiteX99" fmla="*/ 6743692 w 10820392"/>
              <a:gd name="connsiteY99" fmla="*/ 3044951 h 8272274"/>
              <a:gd name="connsiteX100" fmla="*/ 6535666 w 10820392"/>
              <a:gd name="connsiteY100" fmla="*/ 3461003 h 8272274"/>
              <a:gd name="connsiteX101" fmla="*/ 5961118 w 10820392"/>
              <a:gd name="connsiteY101" fmla="*/ 3461003 h 8272274"/>
              <a:gd name="connsiteX102" fmla="*/ 5753092 w 10820392"/>
              <a:gd name="connsiteY102" fmla="*/ 3919728 h 8272274"/>
              <a:gd name="connsiteX103" fmla="*/ 5961118 w 10820392"/>
              <a:gd name="connsiteY103" fmla="*/ 3503676 h 8272274"/>
              <a:gd name="connsiteX104" fmla="*/ 6535666 w 10820392"/>
              <a:gd name="connsiteY104" fmla="*/ 3503676 h 8272274"/>
              <a:gd name="connsiteX105" fmla="*/ 6743692 w 10820392"/>
              <a:gd name="connsiteY105" fmla="*/ 3919728 h 8272274"/>
              <a:gd name="connsiteX106" fmla="*/ 6535666 w 10820392"/>
              <a:gd name="connsiteY106" fmla="*/ 4335780 h 8272274"/>
              <a:gd name="connsiteX107" fmla="*/ 5961118 w 10820392"/>
              <a:gd name="connsiteY107" fmla="*/ 4335780 h 8272274"/>
              <a:gd name="connsiteX108" fmla="*/ 4939276 w 10820392"/>
              <a:gd name="connsiteY108" fmla="*/ 854967 h 8272274"/>
              <a:gd name="connsiteX109" fmla="*/ 5147302 w 10820392"/>
              <a:gd name="connsiteY109" fmla="*/ 438915 h 8272274"/>
              <a:gd name="connsiteX110" fmla="*/ 5721850 w 10820392"/>
              <a:gd name="connsiteY110" fmla="*/ 438915 h 8272274"/>
              <a:gd name="connsiteX111" fmla="*/ 5929876 w 10820392"/>
              <a:gd name="connsiteY111" fmla="*/ 854967 h 8272274"/>
              <a:gd name="connsiteX112" fmla="*/ 5721850 w 10820392"/>
              <a:gd name="connsiteY112" fmla="*/ 1271019 h 8272274"/>
              <a:gd name="connsiteX113" fmla="*/ 5147302 w 10820392"/>
              <a:gd name="connsiteY113" fmla="*/ 1271019 h 8272274"/>
              <a:gd name="connsiteX114" fmla="*/ 4939276 w 10820392"/>
              <a:gd name="connsiteY114" fmla="*/ 1732788 h 8272274"/>
              <a:gd name="connsiteX115" fmla="*/ 5147302 w 10820392"/>
              <a:gd name="connsiteY115" fmla="*/ 1316736 h 8272274"/>
              <a:gd name="connsiteX116" fmla="*/ 5721850 w 10820392"/>
              <a:gd name="connsiteY116" fmla="*/ 1316736 h 8272274"/>
              <a:gd name="connsiteX117" fmla="*/ 5929876 w 10820392"/>
              <a:gd name="connsiteY117" fmla="*/ 1732788 h 8272274"/>
              <a:gd name="connsiteX118" fmla="*/ 5721850 w 10820392"/>
              <a:gd name="connsiteY118" fmla="*/ 2148840 h 8272274"/>
              <a:gd name="connsiteX119" fmla="*/ 5147302 w 10820392"/>
              <a:gd name="connsiteY119" fmla="*/ 2148840 h 8272274"/>
              <a:gd name="connsiteX120" fmla="*/ 4939276 w 10820392"/>
              <a:gd name="connsiteY120" fmla="*/ 2607565 h 8272274"/>
              <a:gd name="connsiteX121" fmla="*/ 5147302 w 10820392"/>
              <a:gd name="connsiteY121" fmla="*/ 2191513 h 8272274"/>
              <a:gd name="connsiteX122" fmla="*/ 5721850 w 10820392"/>
              <a:gd name="connsiteY122" fmla="*/ 2191513 h 8272274"/>
              <a:gd name="connsiteX123" fmla="*/ 5929876 w 10820392"/>
              <a:gd name="connsiteY123" fmla="*/ 2607565 h 8272274"/>
              <a:gd name="connsiteX124" fmla="*/ 5721850 w 10820392"/>
              <a:gd name="connsiteY124" fmla="*/ 3023617 h 8272274"/>
              <a:gd name="connsiteX125" fmla="*/ 5147302 w 10820392"/>
              <a:gd name="connsiteY125" fmla="*/ 3023617 h 8272274"/>
              <a:gd name="connsiteX126" fmla="*/ 4939276 w 10820392"/>
              <a:gd name="connsiteY126" fmla="*/ 3482342 h 8272274"/>
              <a:gd name="connsiteX127" fmla="*/ 5147302 w 10820392"/>
              <a:gd name="connsiteY127" fmla="*/ 3066290 h 8272274"/>
              <a:gd name="connsiteX128" fmla="*/ 5721850 w 10820392"/>
              <a:gd name="connsiteY128" fmla="*/ 3066290 h 8272274"/>
              <a:gd name="connsiteX129" fmla="*/ 5929876 w 10820392"/>
              <a:gd name="connsiteY129" fmla="*/ 3482342 h 8272274"/>
              <a:gd name="connsiteX130" fmla="*/ 5721850 w 10820392"/>
              <a:gd name="connsiteY130" fmla="*/ 3898394 h 8272274"/>
              <a:gd name="connsiteX131" fmla="*/ 5147302 w 10820392"/>
              <a:gd name="connsiteY131" fmla="*/ 3898394 h 8272274"/>
              <a:gd name="connsiteX132" fmla="*/ 4939276 w 10820392"/>
              <a:gd name="connsiteY132" fmla="*/ 4357119 h 8272274"/>
              <a:gd name="connsiteX133" fmla="*/ 5147302 w 10820392"/>
              <a:gd name="connsiteY133" fmla="*/ 3941067 h 8272274"/>
              <a:gd name="connsiteX134" fmla="*/ 5721850 w 10820392"/>
              <a:gd name="connsiteY134" fmla="*/ 3941067 h 8272274"/>
              <a:gd name="connsiteX135" fmla="*/ 5929876 w 10820392"/>
              <a:gd name="connsiteY135" fmla="*/ 4357119 h 8272274"/>
              <a:gd name="connsiteX136" fmla="*/ 5721850 w 10820392"/>
              <a:gd name="connsiteY136" fmla="*/ 4773171 h 8272274"/>
              <a:gd name="connsiteX137" fmla="*/ 5147302 w 10820392"/>
              <a:gd name="connsiteY137" fmla="*/ 4773171 h 8272274"/>
              <a:gd name="connsiteX138" fmla="*/ 4117849 w 10820392"/>
              <a:gd name="connsiteY138" fmla="*/ 4796029 h 8272274"/>
              <a:gd name="connsiteX139" fmla="*/ 4325877 w 10820392"/>
              <a:gd name="connsiteY139" fmla="*/ 4379977 h 8272274"/>
              <a:gd name="connsiteX140" fmla="*/ 4900414 w 10820392"/>
              <a:gd name="connsiteY140" fmla="*/ 4379977 h 8272274"/>
              <a:gd name="connsiteX141" fmla="*/ 5108440 w 10820392"/>
              <a:gd name="connsiteY141" fmla="*/ 4796029 h 8272274"/>
              <a:gd name="connsiteX142" fmla="*/ 4900414 w 10820392"/>
              <a:gd name="connsiteY142" fmla="*/ 5212081 h 8272274"/>
              <a:gd name="connsiteX143" fmla="*/ 4325877 w 10820392"/>
              <a:gd name="connsiteY143" fmla="*/ 5212081 h 8272274"/>
              <a:gd name="connsiteX144" fmla="*/ 4117849 w 10820392"/>
              <a:gd name="connsiteY144" fmla="*/ 5670806 h 8272274"/>
              <a:gd name="connsiteX145" fmla="*/ 4325877 w 10820392"/>
              <a:gd name="connsiteY145" fmla="*/ 5254754 h 8272274"/>
              <a:gd name="connsiteX146" fmla="*/ 4900414 w 10820392"/>
              <a:gd name="connsiteY146" fmla="*/ 5254754 h 8272274"/>
              <a:gd name="connsiteX147" fmla="*/ 5108440 w 10820392"/>
              <a:gd name="connsiteY147" fmla="*/ 5670806 h 8272274"/>
              <a:gd name="connsiteX148" fmla="*/ 4900414 w 10820392"/>
              <a:gd name="connsiteY148" fmla="*/ 6086858 h 8272274"/>
              <a:gd name="connsiteX149" fmla="*/ 4325877 w 10820392"/>
              <a:gd name="connsiteY149" fmla="*/ 6086858 h 8272274"/>
              <a:gd name="connsiteX150" fmla="*/ 4117846 w 10820392"/>
              <a:gd name="connsiteY150" fmla="*/ 3046475 h 8272274"/>
              <a:gd name="connsiteX151" fmla="*/ 4325872 w 10820392"/>
              <a:gd name="connsiteY151" fmla="*/ 2630423 h 8272274"/>
              <a:gd name="connsiteX152" fmla="*/ 4900414 w 10820392"/>
              <a:gd name="connsiteY152" fmla="*/ 2630423 h 8272274"/>
              <a:gd name="connsiteX153" fmla="*/ 5108440 w 10820392"/>
              <a:gd name="connsiteY153" fmla="*/ 3046475 h 8272274"/>
              <a:gd name="connsiteX154" fmla="*/ 4900414 w 10820392"/>
              <a:gd name="connsiteY154" fmla="*/ 3462527 h 8272274"/>
              <a:gd name="connsiteX155" fmla="*/ 4325872 w 10820392"/>
              <a:gd name="connsiteY155" fmla="*/ 3462527 h 8272274"/>
              <a:gd name="connsiteX156" fmla="*/ 4117846 w 10820392"/>
              <a:gd name="connsiteY156" fmla="*/ 3921252 h 8272274"/>
              <a:gd name="connsiteX157" fmla="*/ 4325872 w 10820392"/>
              <a:gd name="connsiteY157" fmla="*/ 3505200 h 8272274"/>
              <a:gd name="connsiteX158" fmla="*/ 4900414 w 10820392"/>
              <a:gd name="connsiteY158" fmla="*/ 3505200 h 8272274"/>
              <a:gd name="connsiteX159" fmla="*/ 5108440 w 10820392"/>
              <a:gd name="connsiteY159" fmla="*/ 3921252 h 8272274"/>
              <a:gd name="connsiteX160" fmla="*/ 4900414 w 10820392"/>
              <a:gd name="connsiteY160" fmla="*/ 4337304 h 8272274"/>
              <a:gd name="connsiteX161" fmla="*/ 4325872 w 10820392"/>
              <a:gd name="connsiteY161" fmla="*/ 4337304 h 8272274"/>
              <a:gd name="connsiteX162" fmla="*/ 4117845 w 10820392"/>
              <a:gd name="connsiteY162" fmla="*/ 419100 h 8272274"/>
              <a:gd name="connsiteX163" fmla="*/ 4325872 w 10820392"/>
              <a:gd name="connsiteY163" fmla="*/ 3048 h 8272274"/>
              <a:gd name="connsiteX164" fmla="*/ 4900414 w 10820392"/>
              <a:gd name="connsiteY164" fmla="*/ 3048 h 8272274"/>
              <a:gd name="connsiteX165" fmla="*/ 5108440 w 10820392"/>
              <a:gd name="connsiteY165" fmla="*/ 419100 h 8272274"/>
              <a:gd name="connsiteX166" fmla="*/ 4900414 w 10820392"/>
              <a:gd name="connsiteY166" fmla="*/ 835152 h 8272274"/>
              <a:gd name="connsiteX167" fmla="*/ 4325872 w 10820392"/>
              <a:gd name="connsiteY167" fmla="*/ 835152 h 8272274"/>
              <a:gd name="connsiteX168" fmla="*/ 4117845 w 10820392"/>
              <a:gd name="connsiteY168" fmla="*/ 1296921 h 8272274"/>
              <a:gd name="connsiteX169" fmla="*/ 4325872 w 10820392"/>
              <a:gd name="connsiteY169" fmla="*/ 880869 h 8272274"/>
              <a:gd name="connsiteX170" fmla="*/ 4900414 w 10820392"/>
              <a:gd name="connsiteY170" fmla="*/ 880869 h 8272274"/>
              <a:gd name="connsiteX171" fmla="*/ 5108440 w 10820392"/>
              <a:gd name="connsiteY171" fmla="*/ 1296921 h 8272274"/>
              <a:gd name="connsiteX172" fmla="*/ 4900414 w 10820392"/>
              <a:gd name="connsiteY172" fmla="*/ 1712973 h 8272274"/>
              <a:gd name="connsiteX173" fmla="*/ 4325872 w 10820392"/>
              <a:gd name="connsiteY173" fmla="*/ 1712973 h 8272274"/>
              <a:gd name="connsiteX174" fmla="*/ 4117845 w 10820392"/>
              <a:gd name="connsiteY174" fmla="*/ 2171698 h 8272274"/>
              <a:gd name="connsiteX175" fmla="*/ 4325872 w 10820392"/>
              <a:gd name="connsiteY175" fmla="*/ 1755646 h 8272274"/>
              <a:gd name="connsiteX176" fmla="*/ 4900414 w 10820392"/>
              <a:gd name="connsiteY176" fmla="*/ 1755646 h 8272274"/>
              <a:gd name="connsiteX177" fmla="*/ 5108440 w 10820392"/>
              <a:gd name="connsiteY177" fmla="*/ 2171698 h 8272274"/>
              <a:gd name="connsiteX178" fmla="*/ 4900414 w 10820392"/>
              <a:gd name="connsiteY178" fmla="*/ 2587750 h 8272274"/>
              <a:gd name="connsiteX179" fmla="*/ 4325872 w 10820392"/>
              <a:gd name="connsiteY179" fmla="*/ 2587750 h 8272274"/>
              <a:gd name="connsiteX180" fmla="*/ 3291839 w 10820392"/>
              <a:gd name="connsiteY180" fmla="*/ 6106670 h 8272274"/>
              <a:gd name="connsiteX181" fmla="*/ 3499866 w 10820392"/>
              <a:gd name="connsiteY181" fmla="*/ 5690618 h 8272274"/>
              <a:gd name="connsiteX182" fmla="*/ 4074415 w 10820392"/>
              <a:gd name="connsiteY182" fmla="*/ 5690618 h 8272274"/>
              <a:gd name="connsiteX183" fmla="*/ 4282441 w 10820392"/>
              <a:gd name="connsiteY183" fmla="*/ 6106670 h 8272274"/>
              <a:gd name="connsiteX184" fmla="*/ 4074415 w 10820392"/>
              <a:gd name="connsiteY184" fmla="*/ 6522722 h 8272274"/>
              <a:gd name="connsiteX185" fmla="*/ 3499866 w 10820392"/>
              <a:gd name="connsiteY185" fmla="*/ 6522722 h 8272274"/>
              <a:gd name="connsiteX186" fmla="*/ 3291836 w 10820392"/>
              <a:gd name="connsiteY186" fmla="*/ 2607562 h 8272274"/>
              <a:gd name="connsiteX187" fmla="*/ 3499862 w 10820392"/>
              <a:gd name="connsiteY187" fmla="*/ 2191510 h 8272274"/>
              <a:gd name="connsiteX188" fmla="*/ 4074410 w 10820392"/>
              <a:gd name="connsiteY188" fmla="*/ 2191510 h 8272274"/>
              <a:gd name="connsiteX189" fmla="*/ 4282437 w 10820392"/>
              <a:gd name="connsiteY189" fmla="*/ 2607562 h 8272274"/>
              <a:gd name="connsiteX190" fmla="*/ 4074410 w 10820392"/>
              <a:gd name="connsiteY190" fmla="*/ 3023614 h 8272274"/>
              <a:gd name="connsiteX191" fmla="*/ 3499862 w 10820392"/>
              <a:gd name="connsiteY191" fmla="*/ 3023614 h 8272274"/>
              <a:gd name="connsiteX192" fmla="*/ 3291836 w 10820392"/>
              <a:gd name="connsiteY192" fmla="*/ 3482339 h 8272274"/>
              <a:gd name="connsiteX193" fmla="*/ 3499862 w 10820392"/>
              <a:gd name="connsiteY193" fmla="*/ 3066287 h 8272274"/>
              <a:gd name="connsiteX194" fmla="*/ 4074410 w 10820392"/>
              <a:gd name="connsiteY194" fmla="*/ 3066287 h 8272274"/>
              <a:gd name="connsiteX195" fmla="*/ 4282437 w 10820392"/>
              <a:gd name="connsiteY195" fmla="*/ 3482339 h 8272274"/>
              <a:gd name="connsiteX196" fmla="*/ 4074410 w 10820392"/>
              <a:gd name="connsiteY196" fmla="*/ 3898391 h 8272274"/>
              <a:gd name="connsiteX197" fmla="*/ 3499862 w 10820392"/>
              <a:gd name="connsiteY197" fmla="*/ 3898391 h 8272274"/>
              <a:gd name="connsiteX198" fmla="*/ 3291836 w 10820392"/>
              <a:gd name="connsiteY198" fmla="*/ 4357116 h 8272274"/>
              <a:gd name="connsiteX199" fmla="*/ 3499862 w 10820392"/>
              <a:gd name="connsiteY199" fmla="*/ 3941064 h 8272274"/>
              <a:gd name="connsiteX200" fmla="*/ 4074411 w 10820392"/>
              <a:gd name="connsiteY200" fmla="*/ 3941064 h 8272274"/>
              <a:gd name="connsiteX201" fmla="*/ 4282437 w 10820392"/>
              <a:gd name="connsiteY201" fmla="*/ 4357116 h 8272274"/>
              <a:gd name="connsiteX202" fmla="*/ 4074411 w 10820392"/>
              <a:gd name="connsiteY202" fmla="*/ 4773168 h 8272274"/>
              <a:gd name="connsiteX203" fmla="*/ 3499862 w 10820392"/>
              <a:gd name="connsiteY203" fmla="*/ 4773168 h 8272274"/>
              <a:gd name="connsiteX204" fmla="*/ 3291836 w 10820392"/>
              <a:gd name="connsiteY204" fmla="*/ 5231893 h 8272274"/>
              <a:gd name="connsiteX205" fmla="*/ 3499862 w 10820392"/>
              <a:gd name="connsiteY205" fmla="*/ 4815841 h 8272274"/>
              <a:gd name="connsiteX206" fmla="*/ 4074411 w 10820392"/>
              <a:gd name="connsiteY206" fmla="*/ 4815841 h 8272274"/>
              <a:gd name="connsiteX207" fmla="*/ 4282437 w 10820392"/>
              <a:gd name="connsiteY207" fmla="*/ 5231893 h 8272274"/>
              <a:gd name="connsiteX208" fmla="*/ 4074411 w 10820392"/>
              <a:gd name="connsiteY208" fmla="*/ 5647945 h 8272274"/>
              <a:gd name="connsiteX209" fmla="*/ 3499862 w 10820392"/>
              <a:gd name="connsiteY209" fmla="*/ 5647945 h 8272274"/>
              <a:gd name="connsiteX210" fmla="*/ 3291835 w 10820392"/>
              <a:gd name="connsiteY210" fmla="*/ 854964 h 8272274"/>
              <a:gd name="connsiteX211" fmla="*/ 3499862 w 10820392"/>
              <a:gd name="connsiteY211" fmla="*/ 438912 h 8272274"/>
              <a:gd name="connsiteX212" fmla="*/ 4074410 w 10820392"/>
              <a:gd name="connsiteY212" fmla="*/ 438912 h 8272274"/>
              <a:gd name="connsiteX213" fmla="*/ 4282436 w 10820392"/>
              <a:gd name="connsiteY213" fmla="*/ 854964 h 8272274"/>
              <a:gd name="connsiteX214" fmla="*/ 4074410 w 10820392"/>
              <a:gd name="connsiteY214" fmla="*/ 1271016 h 8272274"/>
              <a:gd name="connsiteX215" fmla="*/ 3499862 w 10820392"/>
              <a:gd name="connsiteY215" fmla="*/ 1271016 h 8272274"/>
              <a:gd name="connsiteX216" fmla="*/ 3291835 w 10820392"/>
              <a:gd name="connsiteY216" fmla="*/ 1732785 h 8272274"/>
              <a:gd name="connsiteX217" fmla="*/ 3499862 w 10820392"/>
              <a:gd name="connsiteY217" fmla="*/ 1316733 h 8272274"/>
              <a:gd name="connsiteX218" fmla="*/ 4074410 w 10820392"/>
              <a:gd name="connsiteY218" fmla="*/ 1316733 h 8272274"/>
              <a:gd name="connsiteX219" fmla="*/ 4282437 w 10820392"/>
              <a:gd name="connsiteY219" fmla="*/ 1732785 h 8272274"/>
              <a:gd name="connsiteX220" fmla="*/ 4074410 w 10820392"/>
              <a:gd name="connsiteY220" fmla="*/ 2148837 h 8272274"/>
              <a:gd name="connsiteX221" fmla="*/ 3499862 w 10820392"/>
              <a:gd name="connsiteY221" fmla="*/ 2148837 h 8272274"/>
              <a:gd name="connsiteX222" fmla="*/ 2468880 w 10820392"/>
              <a:gd name="connsiteY222" fmla="*/ 6542536 h 8272274"/>
              <a:gd name="connsiteX223" fmla="*/ 2676905 w 10820392"/>
              <a:gd name="connsiteY223" fmla="*/ 6126484 h 8272274"/>
              <a:gd name="connsiteX224" fmla="*/ 3251453 w 10820392"/>
              <a:gd name="connsiteY224" fmla="*/ 6126484 h 8272274"/>
              <a:gd name="connsiteX225" fmla="*/ 3459480 w 10820392"/>
              <a:gd name="connsiteY225" fmla="*/ 6542536 h 8272274"/>
              <a:gd name="connsiteX226" fmla="*/ 3251453 w 10820392"/>
              <a:gd name="connsiteY226" fmla="*/ 6958588 h 8272274"/>
              <a:gd name="connsiteX227" fmla="*/ 2676905 w 10820392"/>
              <a:gd name="connsiteY227" fmla="*/ 6958588 h 8272274"/>
              <a:gd name="connsiteX228" fmla="*/ 2468875 w 10820392"/>
              <a:gd name="connsiteY228" fmla="*/ 5667760 h 8272274"/>
              <a:gd name="connsiteX229" fmla="*/ 2676900 w 10820392"/>
              <a:gd name="connsiteY229" fmla="*/ 5251708 h 8272274"/>
              <a:gd name="connsiteX230" fmla="*/ 3251449 w 10820392"/>
              <a:gd name="connsiteY230" fmla="*/ 5251708 h 8272274"/>
              <a:gd name="connsiteX231" fmla="*/ 3459475 w 10820392"/>
              <a:gd name="connsiteY231" fmla="*/ 5667760 h 8272274"/>
              <a:gd name="connsiteX232" fmla="*/ 3251449 w 10820392"/>
              <a:gd name="connsiteY232" fmla="*/ 6083812 h 8272274"/>
              <a:gd name="connsiteX233" fmla="*/ 2676900 w 10820392"/>
              <a:gd name="connsiteY233" fmla="*/ 6083812 h 8272274"/>
              <a:gd name="connsiteX234" fmla="*/ 2468874 w 10820392"/>
              <a:gd name="connsiteY234" fmla="*/ 3918206 h 8272274"/>
              <a:gd name="connsiteX235" fmla="*/ 2676900 w 10820392"/>
              <a:gd name="connsiteY235" fmla="*/ 3502154 h 8272274"/>
              <a:gd name="connsiteX236" fmla="*/ 3251449 w 10820392"/>
              <a:gd name="connsiteY236" fmla="*/ 3502154 h 8272274"/>
              <a:gd name="connsiteX237" fmla="*/ 3459475 w 10820392"/>
              <a:gd name="connsiteY237" fmla="*/ 3918206 h 8272274"/>
              <a:gd name="connsiteX238" fmla="*/ 3251449 w 10820392"/>
              <a:gd name="connsiteY238" fmla="*/ 4334258 h 8272274"/>
              <a:gd name="connsiteX239" fmla="*/ 2676900 w 10820392"/>
              <a:gd name="connsiteY239" fmla="*/ 4334258 h 8272274"/>
              <a:gd name="connsiteX240" fmla="*/ 2468874 w 10820392"/>
              <a:gd name="connsiteY240" fmla="*/ 4792983 h 8272274"/>
              <a:gd name="connsiteX241" fmla="*/ 2676900 w 10820392"/>
              <a:gd name="connsiteY241" fmla="*/ 4376931 h 8272274"/>
              <a:gd name="connsiteX242" fmla="*/ 3251449 w 10820392"/>
              <a:gd name="connsiteY242" fmla="*/ 4376931 h 8272274"/>
              <a:gd name="connsiteX243" fmla="*/ 3459475 w 10820392"/>
              <a:gd name="connsiteY243" fmla="*/ 4792983 h 8272274"/>
              <a:gd name="connsiteX244" fmla="*/ 3251449 w 10820392"/>
              <a:gd name="connsiteY244" fmla="*/ 5209035 h 8272274"/>
              <a:gd name="connsiteX245" fmla="*/ 2676900 w 10820392"/>
              <a:gd name="connsiteY245" fmla="*/ 5209035 h 8272274"/>
              <a:gd name="connsiteX246" fmla="*/ 2468874 w 10820392"/>
              <a:gd name="connsiteY246" fmla="*/ 3043429 h 8272274"/>
              <a:gd name="connsiteX247" fmla="*/ 2676900 w 10820392"/>
              <a:gd name="connsiteY247" fmla="*/ 2627377 h 8272274"/>
              <a:gd name="connsiteX248" fmla="*/ 3251449 w 10820392"/>
              <a:gd name="connsiteY248" fmla="*/ 2627377 h 8272274"/>
              <a:gd name="connsiteX249" fmla="*/ 3459475 w 10820392"/>
              <a:gd name="connsiteY249" fmla="*/ 3043429 h 8272274"/>
              <a:gd name="connsiteX250" fmla="*/ 3251449 w 10820392"/>
              <a:gd name="connsiteY250" fmla="*/ 3459481 h 8272274"/>
              <a:gd name="connsiteX251" fmla="*/ 2676900 w 10820392"/>
              <a:gd name="connsiteY251" fmla="*/ 3459481 h 8272274"/>
              <a:gd name="connsiteX252" fmla="*/ 2468874 w 10820392"/>
              <a:gd name="connsiteY252" fmla="*/ 1293875 h 8272274"/>
              <a:gd name="connsiteX253" fmla="*/ 2676900 w 10820392"/>
              <a:gd name="connsiteY253" fmla="*/ 877823 h 8272274"/>
              <a:gd name="connsiteX254" fmla="*/ 3251448 w 10820392"/>
              <a:gd name="connsiteY254" fmla="*/ 877823 h 8272274"/>
              <a:gd name="connsiteX255" fmla="*/ 3459474 w 10820392"/>
              <a:gd name="connsiteY255" fmla="*/ 1293875 h 8272274"/>
              <a:gd name="connsiteX256" fmla="*/ 3251448 w 10820392"/>
              <a:gd name="connsiteY256" fmla="*/ 1709927 h 8272274"/>
              <a:gd name="connsiteX257" fmla="*/ 2676900 w 10820392"/>
              <a:gd name="connsiteY257" fmla="*/ 1709927 h 8272274"/>
              <a:gd name="connsiteX258" fmla="*/ 2468874 w 10820392"/>
              <a:gd name="connsiteY258" fmla="*/ 2168652 h 8272274"/>
              <a:gd name="connsiteX259" fmla="*/ 2676900 w 10820392"/>
              <a:gd name="connsiteY259" fmla="*/ 1752600 h 8272274"/>
              <a:gd name="connsiteX260" fmla="*/ 3251448 w 10820392"/>
              <a:gd name="connsiteY260" fmla="*/ 1752600 h 8272274"/>
              <a:gd name="connsiteX261" fmla="*/ 3459474 w 10820392"/>
              <a:gd name="connsiteY261" fmla="*/ 2168652 h 8272274"/>
              <a:gd name="connsiteX262" fmla="*/ 3251448 w 10820392"/>
              <a:gd name="connsiteY262" fmla="*/ 2584704 h 8272274"/>
              <a:gd name="connsiteX263" fmla="*/ 2676900 w 10820392"/>
              <a:gd name="connsiteY263" fmla="*/ 2584704 h 8272274"/>
              <a:gd name="connsiteX264" fmla="*/ 2468874 w 10820392"/>
              <a:gd name="connsiteY264" fmla="*/ 416054 h 8272274"/>
              <a:gd name="connsiteX265" fmla="*/ 2676900 w 10820392"/>
              <a:gd name="connsiteY265" fmla="*/ 2 h 8272274"/>
              <a:gd name="connsiteX266" fmla="*/ 3251448 w 10820392"/>
              <a:gd name="connsiteY266" fmla="*/ 2 h 8272274"/>
              <a:gd name="connsiteX267" fmla="*/ 3459474 w 10820392"/>
              <a:gd name="connsiteY267" fmla="*/ 416054 h 8272274"/>
              <a:gd name="connsiteX268" fmla="*/ 3251448 w 10820392"/>
              <a:gd name="connsiteY268" fmla="*/ 832106 h 8272274"/>
              <a:gd name="connsiteX269" fmla="*/ 2676900 w 10820392"/>
              <a:gd name="connsiteY269" fmla="*/ 832106 h 8272274"/>
              <a:gd name="connsiteX270" fmla="*/ 1645920 w 10820392"/>
              <a:gd name="connsiteY270" fmla="*/ 6106670 h 8272274"/>
              <a:gd name="connsiteX271" fmla="*/ 1853946 w 10820392"/>
              <a:gd name="connsiteY271" fmla="*/ 5690618 h 8272274"/>
              <a:gd name="connsiteX272" fmla="*/ 2428494 w 10820392"/>
              <a:gd name="connsiteY272" fmla="*/ 5690618 h 8272274"/>
              <a:gd name="connsiteX273" fmla="*/ 2636518 w 10820392"/>
              <a:gd name="connsiteY273" fmla="*/ 6106670 h 8272274"/>
              <a:gd name="connsiteX274" fmla="*/ 2428494 w 10820392"/>
              <a:gd name="connsiteY274" fmla="*/ 6522722 h 8272274"/>
              <a:gd name="connsiteX275" fmla="*/ 1853946 w 10820392"/>
              <a:gd name="connsiteY275" fmla="*/ 6522722 h 8272274"/>
              <a:gd name="connsiteX276" fmla="*/ 1645920 w 10820392"/>
              <a:gd name="connsiteY276" fmla="*/ 6981446 h 8272274"/>
              <a:gd name="connsiteX277" fmla="*/ 1853946 w 10820392"/>
              <a:gd name="connsiteY277" fmla="*/ 6565394 h 8272274"/>
              <a:gd name="connsiteX278" fmla="*/ 2428494 w 10820392"/>
              <a:gd name="connsiteY278" fmla="*/ 6565394 h 8272274"/>
              <a:gd name="connsiteX279" fmla="*/ 2636518 w 10820392"/>
              <a:gd name="connsiteY279" fmla="*/ 6981446 h 8272274"/>
              <a:gd name="connsiteX280" fmla="*/ 2428494 w 10820392"/>
              <a:gd name="connsiteY280" fmla="*/ 7397498 h 8272274"/>
              <a:gd name="connsiteX281" fmla="*/ 1853946 w 10820392"/>
              <a:gd name="connsiteY281" fmla="*/ 7397498 h 8272274"/>
              <a:gd name="connsiteX282" fmla="*/ 1645914 w 10820392"/>
              <a:gd name="connsiteY282" fmla="*/ 5231893 h 8272274"/>
              <a:gd name="connsiteX283" fmla="*/ 1853940 w 10820392"/>
              <a:gd name="connsiteY283" fmla="*/ 4815841 h 8272274"/>
              <a:gd name="connsiteX284" fmla="*/ 2428488 w 10820392"/>
              <a:gd name="connsiteY284" fmla="*/ 4815841 h 8272274"/>
              <a:gd name="connsiteX285" fmla="*/ 2636514 w 10820392"/>
              <a:gd name="connsiteY285" fmla="*/ 5231893 h 8272274"/>
              <a:gd name="connsiteX286" fmla="*/ 2428488 w 10820392"/>
              <a:gd name="connsiteY286" fmla="*/ 5647945 h 8272274"/>
              <a:gd name="connsiteX287" fmla="*/ 1853940 w 10820392"/>
              <a:gd name="connsiteY287" fmla="*/ 5647945 h 8272274"/>
              <a:gd name="connsiteX288" fmla="*/ 1645914 w 10820392"/>
              <a:gd name="connsiteY288" fmla="*/ 4357116 h 8272274"/>
              <a:gd name="connsiteX289" fmla="*/ 1853940 w 10820392"/>
              <a:gd name="connsiteY289" fmla="*/ 3941064 h 8272274"/>
              <a:gd name="connsiteX290" fmla="*/ 2428487 w 10820392"/>
              <a:gd name="connsiteY290" fmla="*/ 3941064 h 8272274"/>
              <a:gd name="connsiteX291" fmla="*/ 2636513 w 10820392"/>
              <a:gd name="connsiteY291" fmla="*/ 4357116 h 8272274"/>
              <a:gd name="connsiteX292" fmla="*/ 2428487 w 10820392"/>
              <a:gd name="connsiteY292" fmla="*/ 4773168 h 8272274"/>
              <a:gd name="connsiteX293" fmla="*/ 1853940 w 10820392"/>
              <a:gd name="connsiteY293" fmla="*/ 4773168 h 8272274"/>
              <a:gd name="connsiteX294" fmla="*/ 1645913 w 10820392"/>
              <a:gd name="connsiteY294" fmla="*/ 3482339 h 8272274"/>
              <a:gd name="connsiteX295" fmla="*/ 1853939 w 10820392"/>
              <a:gd name="connsiteY295" fmla="*/ 3066287 h 8272274"/>
              <a:gd name="connsiteX296" fmla="*/ 2428487 w 10820392"/>
              <a:gd name="connsiteY296" fmla="*/ 3066287 h 8272274"/>
              <a:gd name="connsiteX297" fmla="*/ 2636513 w 10820392"/>
              <a:gd name="connsiteY297" fmla="*/ 3482339 h 8272274"/>
              <a:gd name="connsiteX298" fmla="*/ 2428487 w 10820392"/>
              <a:gd name="connsiteY298" fmla="*/ 3898391 h 8272274"/>
              <a:gd name="connsiteX299" fmla="*/ 1853939 w 10820392"/>
              <a:gd name="connsiteY299" fmla="*/ 3898391 h 8272274"/>
              <a:gd name="connsiteX300" fmla="*/ 1645913 w 10820392"/>
              <a:gd name="connsiteY300" fmla="*/ 2607562 h 8272274"/>
              <a:gd name="connsiteX301" fmla="*/ 1853939 w 10820392"/>
              <a:gd name="connsiteY301" fmla="*/ 2191510 h 8272274"/>
              <a:gd name="connsiteX302" fmla="*/ 2428487 w 10820392"/>
              <a:gd name="connsiteY302" fmla="*/ 2191510 h 8272274"/>
              <a:gd name="connsiteX303" fmla="*/ 2636513 w 10820392"/>
              <a:gd name="connsiteY303" fmla="*/ 2607562 h 8272274"/>
              <a:gd name="connsiteX304" fmla="*/ 2428487 w 10820392"/>
              <a:gd name="connsiteY304" fmla="*/ 3023614 h 8272274"/>
              <a:gd name="connsiteX305" fmla="*/ 1853939 w 10820392"/>
              <a:gd name="connsiteY305" fmla="*/ 3023614 h 8272274"/>
              <a:gd name="connsiteX306" fmla="*/ 1645913 w 10820392"/>
              <a:gd name="connsiteY306" fmla="*/ 1732785 h 8272274"/>
              <a:gd name="connsiteX307" fmla="*/ 1853939 w 10820392"/>
              <a:gd name="connsiteY307" fmla="*/ 1316733 h 8272274"/>
              <a:gd name="connsiteX308" fmla="*/ 2428487 w 10820392"/>
              <a:gd name="connsiteY308" fmla="*/ 1316733 h 8272274"/>
              <a:gd name="connsiteX309" fmla="*/ 2636513 w 10820392"/>
              <a:gd name="connsiteY309" fmla="*/ 1732785 h 8272274"/>
              <a:gd name="connsiteX310" fmla="*/ 2428487 w 10820392"/>
              <a:gd name="connsiteY310" fmla="*/ 2148837 h 8272274"/>
              <a:gd name="connsiteX311" fmla="*/ 1853939 w 10820392"/>
              <a:gd name="connsiteY311" fmla="*/ 2148837 h 8272274"/>
              <a:gd name="connsiteX312" fmla="*/ 1645913 w 10820392"/>
              <a:gd name="connsiteY312" fmla="*/ 854964 h 8272274"/>
              <a:gd name="connsiteX313" fmla="*/ 1853939 w 10820392"/>
              <a:gd name="connsiteY313" fmla="*/ 438912 h 8272274"/>
              <a:gd name="connsiteX314" fmla="*/ 2428487 w 10820392"/>
              <a:gd name="connsiteY314" fmla="*/ 438912 h 8272274"/>
              <a:gd name="connsiteX315" fmla="*/ 2636513 w 10820392"/>
              <a:gd name="connsiteY315" fmla="*/ 854964 h 8272274"/>
              <a:gd name="connsiteX316" fmla="*/ 2428487 w 10820392"/>
              <a:gd name="connsiteY316" fmla="*/ 1271016 h 8272274"/>
              <a:gd name="connsiteX317" fmla="*/ 1853939 w 10820392"/>
              <a:gd name="connsiteY317" fmla="*/ 1271016 h 8272274"/>
              <a:gd name="connsiteX318" fmla="*/ 822961 w 10820392"/>
              <a:gd name="connsiteY318" fmla="*/ 7417312 h 8272274"/>
              <a:gd name="connsiteX319" fmla="*/ 1030986 w 10820392"/>
              <a:gd name="connsiteY319" fmla="*/ 7001260 h 8272274"/>
              <a:gd name="connsiteX320" fmla="*/ 1605534 w 10820392"/>
              <a:gd name="connsiteY320" fmla="*/ 7001260 h 8272274"/>
              <a:gd name="connsiteX321" fmla="*/ 1813560 w 10820392"/>
              <a:gd name="connsiteY321" fmla="*/ 7417312 h 8272274"/>
              <a:gd name="connsiteX322" fmla="*/ 1605534 w 10820392"/>
              <a:gd name="connsiteY322" fmla="*/ 7833364 h 8272274"/>
              <a:gd name="connsiteX323" fmla="*/ 1030986 w 10820392"/>
              <a:gd name="connsiteY323" fmla="*/ 7833364 h 8272274"/>
              <a:gd name="connsiteX324" fmla="*/ 822961 w 10820392"/>
              <a:gd name="connsiteY324" fmla="*/ 6542536 h 8272274"/>
              <a:gd name="connsiteX325" fmla="*/ 1030986 w 10820392"/>
              <a:gd name="connsiteY325" fmla="*/ 6126484 h 8272274"/>
              <a:gd name="connsiteX326" fmla="*/ 1605534 w 10820392"/>
              <a:gd name="connsiteY326" fmla="*/ 6126484 h 8272274"/>
              <a:gd name="connsiteX327" fmla="*/ 1813560 w 10820392"/>
              <a:gd name="connsiteY327" fmla="*/ 6542536 h 8272274"/>
              <a:gd name="connsiteX328" fmla="*/ 1605534 w 10820392"/>
              <a:gd name="connsiteY328" fmla="*/ 6958588 h 8272274"/>
              <a:gd name="connsiteX329" fmla="*/ 1030986 w 10820392"/>
              <a:gd name="connsiteY329" fmla="*/ 6958588 h 8272274"/>
              <a:gd name="connsiteX330" fmla="*/ 822960 w 10820392"/>
              <a:gd name="connsiteY330" fmla="*/ 4792983 h 8272274"/>
              <a:gd name="connsiteX331" fmla="*/ 1030986 w 10820392"/>
              <a:gd name="connsiteY331" fmla="*/ 4376931 h 8272274"/>
              <a:gd name="connsiteX332" fmla="*/ 1605534 w 10820392"/>
              <a:gd name="connsiteY332" fmla="*/ 4376931 h 8272274"/>
              <a:gd name="connsiteX333" fmla="*/ 1813560 w 10820392"/>
              <a:gd name="connsiteY333" fmla="*/ 4792983 h 8272274"/>
              <a:gd name="connsiteX334" fmla="*/ 1605534 w 10820392"/>
              <a:gd name="connsiteY334" fmla="*/ 5209035 h 8272274"/>
              <a:gd name="connsiteX335" fmla="*/ 1030986 w 10820392"/>
              <a:gd name="connsiteY335" fmla="*/ 5209035 h 8272274"/>
              <a:gd name="connsiteX336" fmla="*/ 822953 w 10820392"/>
              <a:gd name="connsiteY336" fmla="*/ 5667760 h 8272274"/>
              <a:gd name="connsiteX337" fmla="*/ 1030979 w 10820392"/>
              <a:gd name="connsiteY337" fmla="*/ 5251708 h 8272274"/>
              <a:gd name="connsiteX338" fmla="*/ 1605527 w 10820392"/>
              <a:gd name="connsiteY338" fmla="*/ 5251708 h 8272274"/>
              <a:gd name="connsiteX339" fmla="*/ 1813553 w 10820392"/>
              <a:gd name="connsiteY339" fmla="*/ 5667760 h 8272274"/>
              <a:gd name="connsiteX340" fmla="*/ 1605527 w 10820392"/>
              <a:gd name="connsiteY340" fmla="*/ 6083812 h 8272274"/>
              <a:gd name="connsiteX341" fmla="*/ 1030979 w 10820392"/>
              <a:gd name="connsiteY341" fmla="*/ 6083812 h 8272274"/>
              <a:gd name="connsiteX342" fmla="*/ 822953 w 10820392"/>
              <a:gd name="connsiteY342" fmla="*/ 3918206 h 8272274"/>
              <a:gd name="connsiteX343" fmla="*/ 1030979 w 10820392"/>
              <a:gd name="connsiteY343" fmla="*/ 3502154 h 8272274"/>
              <a:gd name="connsiteX344" fmla="*/ 1605527 w 10820392"/>
              <a:gd name="connsiteY344" fmla="*/ 3502154 h 8272274"/>
              <a:gd name="connsiteX345" fmla="*/ 1813553 w 10820392"/>
              <a:gd name="connsiteY345" fmla="*/ 3918206 h 8272274"/>
              <a:gd name="connsiteX346" fmla="*/ 1605527 w 10820392"/>
              <a:gd name="connsiteY346" fmla="*/ 4334258 h 8272274"/>
              <a:gd name="connsiteX347" fmla="*/ 1030979 w 10820392"/>
              <a:gd name="connsiteY347" fmla="*/ 4334258 h 8272274"/>
              <a:gd name="connsiteX348" fmla="*/ 822953 w 10820392"/>
              <a:gd name="connsiteY348" fmla="*/ 3043429 h 8272274"/>
              <a:gd name="connsiteX349" fmla="*/ 1030979 w 10820392"/>
              <a:gd name="connsiteY349" fmla="*/ 2627377 h 8272274"/>
              <a:gd name="connsiteX350" fmla="*/ 1605527 w 10820392"/>
              <a:gd name="connsiteY350" fmla="*/ 2627377 h 8272274"/>
              <a:gd name="connsiteX351" fmla="*/ 1813553 w 10820392"/>
              <a:gd name="connsiteY351" fmla="*/ 3043429 h 8272274"/>
              <a:gd name="connsiteX352" fmla="*/ 1605527 w 10820392"/>
              <a:gd name="connsiteY352" fmla="*/ 3459481 h 8272274"/>
              <a:gd name="connsiteX353" fmla="*/ 1030979 w 10820392"/>
              <a:gd name="connsiteY353" fmla="*/ 3459481 h 8272274"/>
              <a:gd name="connsiteX354" fmla="*/ 822952 w 10820392"/>
              <a:gd name="connsiteY354" fmla="*/ 2168652 h 8272274"/>
              <a:gd name="connsiteX355" fmla="*/ 1030978 w 10820392"/>
              <a:gd name="connsiteY355" fmla="*/ 1752600 h 8272274"/>
              <a:gd name="connsiteX356" fmla="*/ 1605527 w 10820392"/>
              <a:gd name="connsiteY356" fmla="*/ 1752600 h 8272274"/>
              <a:gd name="connsiteX357" fmla="*/ 1813552 w 10820392"/>
              <a:gd name="connsiteY357" fmla="*/ 2168652 h 8272274"/>
              <a:gd name="connsiteX358" fmla="*/ 1605527 w 10820392"/>
              <a:gd name="connsiteY358" fmla="*/ 2584704 h 8272274"/>
              <a:gd name="connsiteX359" fmla="*/ 1030978 w 10820392"/>
              <a:gd name="connsiteY359" fmla="*/ 2584704 h 8272274"/>
              <a:gd name="connsiteX360" fmla="*/ 822952 w 10820392"/>
              <a:gd name="connsiteY360" fmla="*/ 1293875 h 8272274"/>
              <a:gd name="connsiteX361" fmla="*/ 1030978 w 10820392"/>
              <a:gd name="connsiteY361" fmla="*/ 877823 h 8272274"/>
              <a:gd name="connsiteX362" fmla="*/ 1605526 w 10820392"/>
              <a:gd name="connsiteY362" fmla="*/ 877823 h 8272274"/>
              <a:gd name="connsiteX363" fmla="*/ 1813552 w 10820392"/>
              <a:gd name="connsiteY363" fmla="*/ 1293875 h 8272274"/>
              <a:gd name="connsiteX364" fmla="*/ 1605526 w 10820392"/>
              <a:gd name="connsiteY364" fmla="*/ 1709927 h 8272274"/>
              <a:gd name="connsiteX365" fmla="*/ 1030978 w 10820392"/>
              <a:gd name="connsiteY365" fmla="*/ 1709927 h 8272274"/>
              <a:gd name="connsiteX366" fmla="*/ 822952 w 10820392"/>
              <a:gd name="connsiteY366" fmla="*/ 416054 h 8272274"/>
              <a:gd name="connsiteX367" fmla="*/ 1030978 w 10820392"/>
              <a:gd name="connsiteY367" fmla="*/ 2 h 8272274"/>
              <a:gd name="connsiteX368" fmla="*/ 1605526 w 10820392"/>
              <a:gd name="connsiteY368" fmla="*/ 2 h 8272274"/>
              <a:gd name="connsiteX369" fmla="*/ 1813552 w 10820392"/>
              <a:gd name="connsiteY369" fmla="*/ 416054 h 8272274"/>
              <a:gd name="connsiteX370" fmla="*/ 1605526 w 10820392"/>
              <a:gd name="connsiteY370" fmla="*/ 832106 h 8272274"/>
              <a:gd name="connsiteX371" fmla="*/ 1030978 w 10820392"/>
              <a:gd name="connsiteY371" fmla="*/ 832106 h 8272274"/>
              <a:gd name="connsiteX372" fmla="*/ 1 w 10820392"/>
              <a:gd name="connsiteY372" fmla="*/ 7856222 h 8272274"/>
              <a:gd name="connsiteX373" fmla="*/ 208027 w 10820392"/>
              <a:gd name="connsiteY373" fmla="*/ 7440170 h 8272274"/>
              <a:gd name="connsiteX374" fmla="*/ 782574 w 10820392"/>
              <a:gd name="connsiteY374" fmla="*/ 7440170 h 8272274"/>
              <a:gd name="connsiteX375" fmla="*/ 990600 w 10820392"/>
              <a:gd name="connsiteY375" fmla="*/ 7856222 h 8272274"/>
              <a:gd name="connsiteX376" fmla="*/ 782574 w 10820392"/>
              <a:gd name="connsiteY376" fmla="*/ 8272274 h 8272274"/>
              <a:gd name="connsiteX377" fmla="*/ 208027 w 10820392"/>
              <a:gd name="connsiteY377" fmla="*/ 8272274 h 8272274"/>
              <a:gd name="connsiteX378" fmla="*/ 1 w 10820392"/>
              <a:gd name="connsiteY378" fmla="*/ 6981446 h 8272274"/>
              <a:gd name="connsiteX379" fmla="*/ 208026 w 10820392"/>
              <a:gd name="connsiteY379" fmla="*/ 6565394 h 8272274"/>
              <a:gd name="connsiteX380" fmla="*/ 782574 w 10820392"/>
              <a:gd name="connsiteY380" fmla="*/ 6565394 h 8272274"/>
              <a:gd name="connsiteX381" fmla="*/ 990600 w 10820392"/>
              <a:gd name="connsiteY381" fmla="*/ 6981446 h 8272274"/>
              <a:gd name="connsiteX382" fmla="*/ 782574 w 10820392"/>
              <a:gd name="connsiteY382" fmla="*/ 7397498 h 8272274"/>
              <a:gd name="connsiteX383" fmla="*/ 208026 w 10820392"/>
              <a:gd name="connsiteY383" fmla="*/ 7397498 h 8272274"/>
              <a:gd name="connsiteX384" fmla="*/ 0 w 10820392"/>
              <a:gd name="connsiteY384" fmla="*/ 6106670 h 8272274"/>
              <a:gd name="connsiteX385" fmla="*/ 208026 w 10820392"/>
              <a:gd name="connsiteY385" fmla="*/ 5690618 h 8272274"/>
              <a:gd name="connsiteX386" fmla="*/ 782574 w 10820392"/>
              <a:gd name="connsiteY386" fmla="*/ 5690618 h 8272274"/>
              <a:gd name="connsiteX387" fmla="*/ 990600 w 10820392"/>
              <a:gd name="connsiteY387" fmla="*/ 6106670 h 8272274"/>
              <a:gd name="connsiteX388" fmla="*/ 782574 w 10820392"/>
              <a:gd name="connsiteY388" fmla="*/ 6522722 h 8272274"/>
              <a:gd name="connsiteX389" fmla="*/ 208026 w 10820392"/>
              <a:gd name="connsiteY389" fmla="*/ 6522722 h 8272274"/>
              <a:gd name="connsiteX390" fmla="*/ 0 w 10820392"/>
              <a:gd name="connsiteY390" fmla="*/ 5231893 h 8272274"/>
              <a:gd name="connsiteX391" fmla="*/ 208026 w 10820392"/>
              <a:gd name="connsiteY391" fmla="*/ 4815841 h 8272274"/>
              <a:gd name="connsiteX392" fmla="*/ 782574 w 10820392"/>
              <a:gd name="connsiteY392" fmla="*/ 4815841 h 8272274"/>
              <a:gd name="connsiteX393" fmla="*/ 990600 w 10820392"/>
              <a:gd name="connsiteY393" fmla="*/ 5231893 h 8272274"/>
              <a:gd name="connsiteX394" fmla="*/ 782574 w 10820392"/>
              <a:gd name="connsiteY394" fmla="*/ 5647945 h 8272274"/>
              <a:gd name="connsiteX395" fmla="*/ 208026 w 10820392"/>
              <a:gd name="connsiteY395" fmla="*/ 5647945 h 8272274"/>
              <a:gd name="connsiteX396" fmla="*/ 0 w 10820392"/>
              <a:gd name="connsiteY396" fmla="*/ 4357116 h 8272274"/>
              <a:gd name="connsiteX397" fmla="*/ 208026 w 10820392"/>
              <a:gd name="connsiteY397" fmla="*/ 3941064 h 8272274"/>
              <a:gd name="connsiteX398" fmla="*/ 782574 w 10820392"/>
              <a:gd name="connsiteY398" fmla="*/ 3941064 h 8272274"/>
              <a:gd name="connsiteX399" fmla="*/ 990600 w 10820392"/>
              <a:gd name="connsiteY399" fmla="*/ 4357116 h 8272274"/>
              <a:gd name="connsiteX400" fmla="*/ 782574 w 10820392"/>
              <a:gd name="connsiteY400" fmla="*/ 4773168 h 8272274"/>
              <a:gd name="connsiteX401" fmla="*/ 208026 w 10820392"/>
              <a:gd name="connsiteY401" fmla="*/ 4773168 h 8272274"/>
              <a:gd name="connsiteX402" fmla="*/ 0 w 10820392"/>
              <a:gd name="connsiteY402" fmla="*/ 3482339 h 8272274"/>
              <a:gd name="connsiteX403" fmla="*/ 208026 w 10820392"/>
              <a:gd name="connsiteY403" fmla="*/ 3066287 h 8272274"/>
              <a:gd name="connsiteX404" fmla="*/ 782573 w 10820392"/>
              <a:gd name="connsiteY404" fmla="*/ 3066287 h 8272274"/>
              <a:gd name="connsiteX405" fmla="*/ 990599 w 10820392"/>
              <a:gd name="connsiteY405" fmla="*/ 3482339 h 8272274"/>
              <a:gd name="connsiteX406" fmla="*/ 782573 w 10820392"/>
              <a:gd name="connsiteY406" fmla="*/ 3898391 h 8272274"/>
              <a:gd name="connsiteX407" fmla="*/ 208026 w 10820392"/>
              <a:gd name="connsiteY407" fmla="*/ 3898391 h 8272274"/>
              <a:gd name="connsiteX408" fmla="*/ 0 w 10820392"/>
              <a:gd name="connsiteY408" fmla="*/ 2607562 h 8272274"/>
              <a:gd name="connsiteX409" fmla="*/ 208026 w 10820392"/>
              <a:gd name="connsiteY409" fmla="*/ 2191510 h 8272274"/>
              <a:gd name="connsiteX410" fmla="*/ 782573 w 10820392"/>
              <a:gd name="connsiteY410" fmla="*/ 2191510 h 8272274"/>
              <a:gd name="connsiteX411" fmla="*/ 990599 w 10820392"/>
              <a:gd name="connsiteY411" fmla="*/ 2607562 h 8272274"/>
              <a:gd name="connsiteX412" fmla="*/ 782573 w 10820392"/>
              <a:gd name="connsiteY412" fmla="*/ 3023614 h 8272274"/>
              <a:gd name="connsiteX413" fmla="*/ 208026 w 10820392"/>
              <a:gd name="connsiteY413" fmla="*/ 3023614 h 8272274"/>
              <a:gd name="connsiteX414" fmla="*/ 0 w 10820392"/>
              <a:gd name="connsiteY414" fmla="*/ 1732785 h 8272274"/>
              <a:gd name="connsiteX415" fmla="*/ 208026 w 10820392"/>
              <a:gd name="connsiteY415" fmla="*/ 1316733 h 8272274"/>
              <a:gd name="connsiteX416" fmla="*/ 782573 w 10820392"/>
              <a:gd name="connsiteY416" fmla="*/ 1316733 h 8272274"/>
              <a:gd name="connsiteX417" fmla="*/ 990599 w 10820392"/>
              <a:gd name="connsiteY417" fmla="*/ 1732785 h 8272274"/>
              <a:gd name="connsiteX418" fmla="*/ 782573 w 10820392"/>
              <a:gd name="connsiteY418" fmla="*/ 2148837 h 8272274"/>
              <a:gd name="connsiteX419" fmla="*/ 208026 w 10820392"/>
              <a:gd name="connsiteY419" fmla="*/ 2148837 h 8272274"/>
              <a:gd name="connsiteX420" fmla="*/ 0 w 10820392"/>
              <a:gd name="connsiteY420" fmla="*/ 854964 h 8272274"/>
              <a:gd name="connsiteX421" fmla="*/ 208025 w 10820392"/>
              <a:gd name="connsiteY421" fmla="*/ 438912 h 8272274"/>
              <a:gd name="connsiteX422" fmla="*/ 782573 w 10820392"/>
              <a:gd name="connsiteY422" fmla="*/ 438912 h 8272274"/>
              <a:gd name="connsiteX423" fmla="*/ 990599 w 10820392"/>
              <a:gd name="connsiteY423" fmla="*/ 854964 h 8272274"/>
              <a:gd name="connsiteX424" fmla="*/ 782573 w 10820392"/>
              <a:gd name="connsiteY424" fmla="*/ 1271016 h 8272274"/>
              <a:gd name="connsiteX425" fmla="*/ 208025 w 10820392"/>
              <a:gd name="connsiteY425" fmla="*/ 1271016 h 8272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0820392" h="8272274">
                <a:moveTo>
                  <a:pt x="9829792" y="854964"/>
                </a:moveTo>
                <a:lnTo>
                  <a:pt x="10037818" y="438912"/>
                </a:lnTo>
                <a:lnTo>
                  <a:pt x="10612366" y="438912"/>
                </a:lnTo>
                <a:lnTo>
                  <a:pt x="10820392" y="854964"/>
                </a:lnTo>
                <a:lnTo>
                  <a:pt x="10612366" y="1271016"/>
                </a:lnTo>
                <a:lnTo>
                  <a:pt x="10037818" y="1271016"/>
                </a:lnTo>
                <a:close/>
                <a:moveTo>
                  <a:pt x="9015976" y="416052"/>
                </a:moveTo>
                <a:lnTo>
                  <a:pt x="9224002" y="0"/>
                </a:lnTo>
                <a:lnTo>
                  <a:pt x="9798550" y="0"/>
                </a:lnTo>
                <a:lnTo>
                  <a:pt x="10006576" y="416052"/>
                </a:lnTo>
                <a:lnTo>
                  <a:pt x="9798550" y="832104"/>
                </a:lnTo>
                <a:lnTo>
                  <a:pt x="9224002" y="832104"/>
                </a:lnTo>
                <a:close/>
                <a:moveTo>
                  <a:pt x="9015976" y="1293873"/>
                </a:moveTo>
                <a:lnTo>
                  <a:pt x="9224002" y="877821"/>
                </a:lnTo>
                <a:lnTo>
                  <a:pt x="9798550" y="877821"/>
                </a:lnTo>
                <a:lnTo>
                  <a:pt x="10006576" y="1293873"/>
                </a:lnTo>
                <a:lnTo>
                  <a:pt x="9798550" y="1709925"/>
                </a:lnTo>
                <a:lnTo>
                  <a:pt x="9224002" y="1709925"/>
                </a:lnTo>
                <a:close/>
                <a:moveTo>
                  <a:pt x="8202160" y="853444"/>
                </a:moveTo>
                <a:lnTo>
                  <a:pt x="8410186" y="437392"/>
                </a:lnTo>
                <a:lnTo>
                  <a:pt x="8984734" y="437392"/>
                </a:lnTo>
                <a:lnTo>
                  <a:pt x="9192760" y="853444"/>
                </a:lnTo>
                <a:lnTo>
                  <a:pt x="8984734" y="1269496"/>
                </a:lnTo>
                <a:lnTo>
                  <a:pt x="8410186" y="1269496"/>
                </a:lnTo>
                <a:close/>
                <a:moveTo>
                  <a:pt x="8202160" y="1731265"/>
                </a:moveTo>
                <a:lnTo>
                  <a:pt x="8410186" y="1315213"/>
                </a:lnTo>
                <a:lnTo>
                  <a:pt x="8984734" y="1315213"/>
                </a:lnTo>
                <a:lnTo>
                  <a:pt x="9192760" y="1731265"/>
                </a:lnTo>
                <a:lnTo>
                  <a:pt x="8984734" y="2147317"/>
                </a:lnTo>
                <a:lnTo>
                  <a:pt x="8410186" y="2147317"/>
                </a:lnTo>
                <a:close/>
                <a:moveTo>
                  <a:pt x="7388344" y="416052"/>
                </a:moveTo>
                <a:lnTo>
                  <a:pt x="7596370" y="0"/>
                </a:lnTo>
                <a:lnTo>
                  <a:pt x="8170918" y="0"/>
                </a:lnTo>
                <a:lnTo>
                  <a:pt x="8378944" y="416052"/>
                </a:lnTo>
                <a:lnTo>
                  <a:pt x="8170918" y="832104"/>
                </a:lnTo>
                <a:lnTo>
                  <a:pt x="7596370" y="832104"/>
                </a:lnTo>
                <a:close/>
                <a:moveTo>
                  <a:pt x="7388344" y="1293873"/>
                </a:moveTo>
                <a:lnTo>
                  <a:pt x="7596370" y="877821"/>
                </a:lnTo>
                <a:lnTo>
                  <a:pt x="8170918" y="877821"/>
                </a:lnTo>
                <a:lnTo>
                  <a:pt x="8378944" y="1293873"/>
                </a:lnTo>
                <a:lnTo>
                  <a:pt x="8170918" y="1709925"/>
                </a:lnTo>
                <a:lnTo>
                  <a:pt x="7596370" y="1709925"/>
                </a:lnTo>
                <a:close/>
                <a:moveTo>
                  <a:pt x="7388344" y="2168650"/>
                </a:moveTo>
                <a:lnTo>
                  <a:pt x="7596370" y="1752598"/>
                </a:lnTo>
                <a:lnTo>
                  <a:pt x="8170918" y="1752598"/>
                </a:lnTo>
                <a:lnTo>
                  <a:pt x="8378944" y="2168650"/>
                </a:lnTo>
                <a:lnTo>
                  <a:pt x="8170918" y="2584702"/>
                </a:lnTo>
                <a:lnTo>
                  <a:pt x="7596370" y="2584702"/>
                </a:lnTo>
                <a:close/>
                <a:moveTo>
                  <a:pt x="7388344" y="3043427"/>
                </a:moveTo>
                <a:lnTo>
                  <a:pt x="7596370" y="2627375"/>
                </a:lnTo>
                <a:lnTo>
                  <a:pt x="8170918" y="2627375"/>
                </a:lnTo>
                <a:lnTo>
                  <a:pt x="8378944" y="3043427"/>
                </a:lnTo>
                <a:lnTo>
                  <a:pt x="8170918" y="3459479"/>
                </a:lnTo>
                <a:lnTo>
                  <a:pt x="7596370" y="3459479"/>
                </a:lnTo>
                <a:close/>
                <a:moveTo>
                  <a:pt x="6574528" y="854968"/>
                </a:moveTo>
                <a:lnTo>
                  <a:pt x="6782554" y="438916"/>
                </a:lnTo>
                <a:lnTo>
                  <a:pt x="7357102" y="438916"/>
                </a:lnTo>
                <a:lnTo>
                  <a:pt x="7565128" y="854968"/>
                </a:lnTo>
                <a:lnTo>
                  <a:pt x="7357102" y="1271020"/>
                </a:lnTo>
                <a:lnTo>
                  <a:pt x="6782554" y="1271020"/>
                </a:lnTo>
                <a:close/>
                <a:moveTo>
                  <a:pt x="6574528" y="1732789"/>
                </a:moveTo>
                <a:lnTo>
                  <a:pt x="6782554" y="1316737"/>
                </a:lnTo>
                <a:lnTo>
                  <a:pt x="7357102" y="1316737"/>
                </a:lnTo>
                <a:lnTo>
                  <a:pt x="7565128" y="1732789"/>
                </a:lnTo>
                <a:lnTo>
                  <a:pt x="7357102" y="2148841"/>
                </a:lnTo>
                <a:lnTo>
                  <a:pt x="6782554" y="2148841"/>
                </a:lnTo>
                <a:close/>
                <a:moveTo>
                  <a:pt x="6574528" y="2607566"/>
                </a:moveTo>
                <a:lnTo>
                  <a:pt x="6782554" y="2191514"/>
                </a:lnTo>
                <a:lnTo>
                  <a:pt x="7357102" y="2191514"/>
                </a:lnTo>
                <a:lnTo>
                  <a:pt x="7565128" y="2607566"/>
                </a:lnTo>
                <a:lnTo>
                  <a:pt x="7357102" y="3023618"/>
                </a:lnTo>
                <a:lnTo>
                  <a:pt x="6782554" y="3023618"/>
                </a:lnTo>
                <a:close/>
                <a:moveTo>
                  <a:pt x="6574528" y="3482343"/>
                </a:moveTo>
                <a:lnTo>
                  <a:pt x="6782554" y="3066291"/>
                </a:lnTo>
                <a:lnTo>
                  <a:pt x="7357102" y="3066291"/>
                </a:lnTo>
                <a:lnTo>
                  <a:pt x="7565128" y="3482343"/>
                </a:lnTo>
                <a:lnTo>
                  <a:pt x="7357102" y="3898395"/>
                </a:lnTo>
                <a:lnTo>
                  <a:pt x="6782554" y="3898395"/>
                </a:lnTo>
                <a:close/>
                <a:moveTo>
                  <a:pt x="5753092" y="417576"/>
                </a:moveTo>
                <a:lnTo>
                  <a:pt x="5961118" y="1524"/>
                </a:lnTo>
                <a:lnTo>
                  <a:pt x="6535666" y="1524"/>
                </a:lnTo>
                <a:lnTo>
                  <a:pt x="6743692" y="417576"/>
                </a:lnTo>
                <a:lnTo>
                  <a:pt x="6535666" y="833628"/>
                </a:lnTo>
                <a:lnTo>
                  <a:pt x="5961118" y="833628"/>
                </a:lnTo>
                <a:close/>
                <a:moveTo>
                  <a:pt x="5753092" y="1295397"/>
                </a:moveTo>
                <a:lnTo>
                  <a:pt x="5961118" y="879345"/>
                </a:lnTo>
                <a:lnTo>
                  <a:pt x="6535666" y="879345"/>
                </a:lnTo>
                <a:lnTo>
                  <a:pt x="6743692" y="1295397"/>
                </a:lnTo>
                <a:lnTo>
                  <a:pt x="6535666" y="1711449"/>
                </a:lnTo>
                <a:lnTo>
                  <a:pt x="5961118" y="1711449"/>
                </a:lnTo>
                <a:close/>
                <a:moveTo>
                  <a:pt x="5753092" y="2170174"/>
                </a:moveTo>
                <a:lnTo>
                  <a:pt x="5961118" y="1754122"/>
                </a:lnTo>
                <a:lnTo>
                  <a:pt x="6535666" y="1754122"/>
                </a:lnTo>
                <a:lnTo>
                  <a:pt x="6743692" y="2170174"/>
                </a:lnTo>
                <a:lnTo>
                  <a:pt x="6535666" y="2586226"/>
                </a:lnTo>
                <a:lnTo>
                  <a:pt x="5961118" y="2586226"/>
                </a:lnTo>
                <a:close/>
                <a:moveTo>
                  <a:pt x="5753092" y="3044951"/>
                </a:moveTo>
                <a:lnTo>
                  <a:pt x="5961118" y="2628899"/>
                </a:lnTo>
                <a:lnTo>
                  <a:pt x="6535666" y="2628899"/>
                </a:lnTo>
                <a:lnTo>
                  <a:pt x="6743692" y="3044951"/>
                </a:lnTo>
                <a:lnTo>
                  <a:pt x="6535666" y="3461003"/>
                </a:lnTo>
                <a:lnTo>
                  <a:pt x="5961118" y="3461003"/>
                </a:lnTo>
                <a:close/>
                <a:moveTo>
                  <a:pt x="5753092" y="3919728"/>
                </a:moveTo>
                <a:lnTo>
                  <a:pt x="5961118" y="3503676"/>
                </a:lnTo>
                <a:lnTo>
                  <a:pt x="6535666" y="3503676"/>
                </a:lnTo>
                <a:lnTo>
                  <a:pt x="6743692" y="3919728"/>
                </a:lnTo>
                <a:lnTo>
                  <a:pt x="6535666" y="4335780"/>
                </a:lnTo>
                <a:lnTo>
                  <a:pt x="5961118" y="4335780"/>
                </a:lnTo>
                <a:close/>
                <a:moveTo>
                  <a:pt x="4939276" y="854967"/>
                </a:moveTo>
                <a:lnTo>
                  <a:pt x="5147302" y="438915"/>
                </a:lnTo>
                <a:lnTo>
                  <a:pt x="5721850" y="438915"/>
                </a:lnTo>
                <a:lnTo>
                  <a:pt x="5929876" y="854967"/>
                </a:lnTo>
                <a:lnTo>
                  <a:pt x="5721850" y="1271019"/>
                </a:lnTo>
                <a:lnTo>
                  <a:pt x="5147302" y="1271019"/>
                </a:lnTo>
                <a:close/>
                <a:moveTo>
                  <a:pt x="4939276" y="1732788"/>
                </a:moveTo>
                <a:lnTo>
                  <a:pt x="5147302" y="1316736"/>
                </a:lnTo>
                <a:lnTo>
                  <a:pt x="5721850" y="1316736"/>
                </a:lnTo>
                <a:lnTo>
                  <a:pt x="5929876" y="1732788"/>
                </a:lnTo>
                <a:lnTo>
                  <a:pt x="5721850" y="2148840"/>
                </a:lnTo>
                <a:lnTo>
                  <a:pt x="5147302" y="2148840"/>
                </a:lnTo>
                <a:close/>
                <a:moveTo>
                  <a:pt x="4939276" y="2607565"/>
                </a:moveTo>
                <a:lnTo>
                  <a:pt x="5147302" y="2191513"/>
                </a:lnTo>
                <a:lnTo>
                  <a:pt x="5721850" y="2191513"/>
                </a:lnTo>
                <a:lnTo>
                  <a:pt x="5929876" y="2607565"/>
                </a:lnTo>
                <a:lnTo>
                  <a:pt x="5721850" y="3023617"/>
                </a:lnTo>
                <a:lnTo>
                  <a:pt x="5147302" y="3023617"/>
                </a:lnTo>
                <a:close/>
                <a:moveTo>
                  <a:pt x="4939276" y="3482342"/>
                </a:moveTo>
                <a:lnTo>
                  <a:pt x="5147302" y="3066290"/>
                </a:lnTo>
                <a:lnTo>
                  <a:pt x="5721850" y="3066290"/>
                </a:lnTo>
                <a:lnTo>
                  <a:pt x="5929876" y="3482342"/>
                </a:lnTo>
                <a:lnTo>
                  <a:pt x="5721850" y="3898394"/>
                </a:lnTo>
                <a:lnTo>
                  <a:pt x="5147302" y="3898394"/>
                </a:lnTo>
                <a:close/>
                <a:moveTo>
                  <a:pt x="4939276" y="4357119"/>
                </a:moveTo>
                <a:lnTo>
                  <a:pt x="5147302" y="3941067"/>
                </a:lnTo>
                <a:lnTo>
                  <a:pt x="5721850" y="3941067"/>
                </a:lnTo>
                <a:lnTo>
                  <a:pt x="5929876" y="4357119"/>
                </a:lnTo>
                <a:lnTo>
                  <a:pt x="5721850" y="4773171"/>
                </a:lnTo>
                <a:lnTo>
                  <a:pt x="5147302" y="4773171"/>
                </a:lnTo>
                <a:close/>
                <a:moveTo>
                  <a:pt x="4117849" y="4796029"/>
                </a:moveTo>
                <a:lnTo>
                  <a:pt x="4325877" y="4379977"/>
                </a:lnTo>
                <a:lnTo>
                  <a:pt x="4900414" y="4379977"/>
                </a:lnTo>
                <a:lnTo>
                  <a:pt x="5108440" y="4796029"/>
                </a:lnTo>
                <a:lnTo>
                  <a:pt x="4900414" y="5212081"/>
                </a:lnTo>
                <a:lnTo>
                  <a:pt x="4325877" y="5212081"/>
                </a:lnTo>
                <a:close/>
                <a:moveTo>
                  <a:pt x="4117849" y="5670806"/>
                </a:moveTo>
                <a:lnTo>
                  <a:pt x="4325877" y="5254754"/>
                </a:lnTo>
                <a:lnTo>
                  <a:pt x="4900414" y="5254754"/>
                </a:lnTo>
                <a:lnTo>
                  <a:pt x="5108440" y="5670806"/>
                </a:lnTo>
                <a:lnTo>
                  <a:pt x="4900414" y="6086858"/>
                </a:lnTo>
                <a:lnTo>
                  <a:pt x="4325877" y="6086858"/>
                </a:lnTo>
                <a:close/>
                <a:moveTo>
                  <a:pt x="4117846" y="3046475"/>
                </a:moveTo>
                <a:lnTo>
                  <a:pt x="4325872" y="2630423"/>
                </a:lnTo>
                <a:lnTo>
                  <a:pt x="4900414" y="2630423"/>
                </a:lnTo>
                <a:lnTo>
                  <a:pt x="5108440" y="3046475"/>
                </a:lnTo>
                <a:lnTo>
                  <a:pt x="4900414" y="3462527"/>
                </a:lnTo>
                <a:lnTo>
                  <a:pt x="4325872" y="3462527"/>
                </a:lnTo>
                <a:close/>
                <a:moveTo>
                  <a:pt x="4117846" y="3921252"/>
                </a:moveTo>
                <a:lnTo>
                  <a:pt x="4325872" y="3505200"/>
                </a:lnTo>
                <a:lnTo>
                  <a:pt x="4900414" y="3505200"/>
                </a:lnTo>
                <a:lnTo>
                  <a:pt x="5108440" y="3921252"/>
                </a:lnTo>
                <a:lnTo>
                  <a:pt x="4900414" y="4337304"/>
                </a:lnTo>
                <a:lnTo>
                  <a:pt x="4325872" y="4337304"/>
                </a:lnTo>
                <a:close/>
                <a:moveTo>
                  <a:pt x="4117845" y="419100"/>
                </a:moveTo>
                <a:lnTo>
                  <a:pt x="4325872" y="3048"/>
                </a:lnTo>
                <a:lnTo>
                  <a:pt x="4900414" y="3048"/>
                </a:lnTo>
                <a:lnTo>
                  <a:pt x="5108440" y="419100"/>
                </a:lnTo>
                <a:lnTo>
                  <a:pt x="4900414" y="835152"/>
                </a:lnTo>
                <a:lnTo>
                  <a:pt x="4325872" y="835152"/>
                </a:lnTo>
                <a:close/>
                <a:moveTo>
                  <a:pt x="4117845" y="1296921"/>
                </a:moveTo>
                <a:lnTo>
                  <a:pt x="4325872" y="880869"/>
                </a:lnTo>
                <a:lnTo>
                  <a:pt x="4900414" y="880869"/>
                </a:lnTo>
                <a:lnTo>
                  <a:pt x="5108440" y="1296921"/>
                </a:lnTo>
                <a:lnTo>
                  <a:pt x="4900414" y="1712973"/>
                </a:lnTo>
                <a:lnTo>
                  <a:pt x="4325872" y="1712973"/>
                </a:lnTo>
                <a:close/>
                <a:moveTo>
                  <a:pt x="4117845" y="2171698"/>
                </a:moveTo>
                <a:lnTo>
                  <a:pt x="4325872" y="1755646"/>
                </a:lnTo>
                <a:lnTo>
                  <a:pt x="4900414" y="1755646"/>
                </a:lnTo>
                <a:lnTo>
                  <a:pt x="5108440" y="2171698"/>
                </a:lnTo>
                <a:lnTo>
                  <a:pt x="4900414" y="2587750"/>
                </a:lnTo>
                <a:lnTo>
                  <a:pt x="4325872" y="2587750"/>
                </a:lnTo>
                <a:close/>
                <a:moveTo>
                  <a:pt x="3291839" y="6106670"/>
                </a:moveTo>
                <a:lnTo>
                  <a:pt x="3499866" y="5690618"/>
                </a:lnTo>
                <a:lnTo>
                  <a:pt x="4074415" y="5690618"/>
                </a:lnTo>
                <a:lnTo>
                  <a:pt x="4282441" y="6106670"/>
                </a:lnTo>
                <a:lnTo>
                  <a:pt x="4074415" y="6522722"/>
                </a:lnTo>
                <a:lnTo>
                  <a:pt x="3499866" y="6522722"/>
                </a:lnTo>
                <a:close/>
                <a:moveTo>
                  <a:pt x="3291836" y="2607562"/>
                </a:moveTo>
                <a:lnTo>
                  <a:pt x="3499862" y="2191510"/>
                </a:lnTo>
                <a:lnTo>
                  <a:pt x="4074410" y="2191510"/>
                </a:lnTo>
                <a:lnTo>
                  <a:pt x="4282437" y="2607562"/>
                </a:lnTo>
                <a:lnTo>
                  <a:pt x="4074410" y="3023614"/>
                </a:lnTo>
                <a:lnTo>
                  <a:pt x="3499862" y="3023614"/>
                </a:lnTo>
                <a:close/>
                <a:moveTo>
                  <a:pt x="3291836" y="3482339"/>
                </a:moveTo>
                <a:lnTo>
                  <a:pt x="3499862" y="3066287"/>
                </a:lnTo>
                <a:lnTo>
                  <a:pt x="4074410" y="3066287"/>
                </a:lnTo>
                <a:lnTo>
                  <a:pt x="4282437" y="3482339"/>
                </a:lnTo>
                <a:lnTo>
                  <a:pt x="4074410" y="3898391"/>
                </a:lnTo>
                <a:lnTo>
                  <a:pt x="3499862" y="3898391"/>
                </a:lnTo>
                <a:close/>
                <a:moveTo>
                  <a:pt x="3291836" y="4357116"/>
                </a:moveTo>
                <a:lnTo>
                  <a:pt x="3499862" y="3941064"/>
                </a:lnTo>
                <a:lnTo>
                  <a:pt x="4074411" y="3941064"/>
                </a:lnTo>
                <a:lnTo>
                  <a:pt x="4282437" y="4357116"/>
                </a:lnTo>
                <a:lnTo>
                  <a:pt x="4074411" y="4773168"/>
                </a:lnTo>
                <a:lnTo>
                  <a:pt x="3499862" y="4773168"/>
                </a:lnTo>
                <a:close/>
                <a:moveTo>
                  <a:pt x="3291836" y="5231893"/>
                </a:moveTo>
                <a:lnTo>
                  <a:pt x="3499862" y="4815841"/>
                </a:lnTo>
                <a:lnTo>
                  <a:pt x="4074411" y="4815841"/>
                </a:lnTo>
                <a:lnTo>
                  <a:pt x="4282437" y="5231893"/>
                </a:lnTo>
                <a:lnTo>
                  <a:pt x="4074411" y="5647945"/>
                </a:lnTo>
                <a:lnTo>
                  <a:pt x="3499862" y="5647945"/>
                </a:lnTo>
                <a:close/>
                <a:moveTo>
                  <a:pt x="3291835" y="854964"/>
                </a:moveTo>
                <a:lnTo>
                  <a:pt x="3499862" y="438912"/>
                </a:lnTo>
                <a:lnTo>
                  <a:pt x="4074410" y="438912"/>
                </a:lnTo>
                <a:lnTo>
                  <a:pt x="4282436" y="854964"/>
                </a:lnTo>
                <a:lnTo>
                  <a:pt x="4074410" y="1271016"/>
                </a:lnTo>
                <a:lnTo>
                  <a:pt x="3499862" y="1271016"/>
                </a:lnTo>
                <a:close/>
                <a:moveTo>
                  <a:pt x="3291835" y="1732785"/>
                </a:moveTo>
                <a:lnTo>
                  <a:pt x="3499862" y="1316733"/>
                </a:lnTo>
                <a:lnTo>
                  <a:pt x="4074410" y="1316733"/>
                </a:lnTo>
                <a:lnTo>
                  <a:pt x="4282437" y="1732785"/>
                </a:lnTo>
                <a:lnTo>
                  <a:pt x="4074410" y="2148837"/>
                </a:lnTo>
                <a:lnTo>
                  <a:pt x="3499862" y="2148837"/>
                </a:lnTo>
                <a:close/>
                <a:moveTo>
                  <a:pt x="2468880" y="6542536"/>
                </a:moveTo>
                <a:lnTo>
                  <a:pt x="2676905" y="6126484"/>
                </a:lnTo>
                <a:lnTo>
                  <a:pt x="3251453" y="6126484"/>
                </a:lnTo>
                <a:lnTo>
                  <a:pt x="3459480" y="6542536"/>
                </a:lnTo>
                <a:lnTo>
                  <a:pt x="3251453" y="6958588"/>
                </a:lnTo>
                <a:lnTo>
                  <a:pt x="2676905" y="6958588"/>
                </a:lnTo>
                <a:close/>
                <a:moveTo>
                  <a:pt x="2468875" y="5667760"/>
                </a:moveTo>
                <a:lnTo>
                  <a:pt x="2676900" y="5251708"/>
                </a:lnTo>
                <a:lnTo>
                  <a:pt x="3251449" y="5251708"/>
                </a:lnTo>
                <a:lnTo>
                  <a:pt x="3459475" y="5667760"/>
                </a:lnTo>
                <a:lnTo>
                  <a:pt x="3251449" y="6083812"/>
                </a:lnTo>
                <a:lnTo>
                  <a:pt x="2676900" y="6083812"/>
                </a:lnTo>
                <a:close/>
                <a:moveTo>
                  <a:pt x="2468874" y="3918206"/>
                </a:moveTo>
                <a:lnTo>
                  <a:pt x="2676900" y="3502154"/>
                </a:lnTo>
                <a:lnTo>
                  <a:pt x="3251449" y="3502154"/>
                </a:lnTo>
                <a:lnTo>
                  <a:pt x="3459475" y="3918206"/>
                </a:lnTo>
                <a:lnTo>
                  <a:pt x="3251449" y="4334258"/>
                </a:lnTo>
                <a:lnTo>
                  <a:pt x="2676900" y="4334258"/>
                </a:lnTo>
                <a:close/>
                <a:moveTo>
                  <a:pt x="2468874" y="4792983"/>
                </a:moveTo>
                <a:lnTo>
                  <a:pt x="2676900" y="4376931"/>
                </a:lnTo>
                <a:lnTo>
                  <a:pt x="3251449" y="4376931"/>
                </a:lnTo>
                <a:lnTo>
                  <a:pt x="3459475" y="4792983"/>
                </a:lnTo>
                <a:lnTo>
                  <a:pt x="3251449" y="5209035"/>
                </a:lnTo>
                <a:lnTo>
                  <a:pt x="2676900" y="5209035"/>
                </a:lnTo>
                <a:close/>
                <a:moveTo>
                  <a:pt x="2468874" y="3043429"/>
                </a:moveTo>
                <a:lnTo>
                  <a:pt x="2676900" y="2627377"/>
                </a:lnTo>
                <a:lnTo>
                  <a:pt x="3251449" y="2627377"/>
                </a:lnTo>
                <a:lnTo>
                  <a:pt x="3459475" y="3043429"/>
                </a:lnTo>
                <a:lnTo>
                  <a:pt x="3251449" y="3459481"/>
                </a:lnTo>
                <a:lnTo>
                  <a:pt x="2676900" y="3459481"/>
                </a:lnTo>
                <a:close/>
                <a:moveTo>
                  <a:pt x="2468874" y="1293875"/>
                </a:moveTo>
                <a:lnTo>
                  <a:pt x="2676900" y="877823"/>
                </a:lnTo>
                <a:lnTo>
                  <a:pt x="3251448" y="877823"/>
                </a:lnTo>
                <a:lnTo>
                  <a:pt x="3459474" y="1293875"/>
                </a:lnTo>
                <a:lnTo>
                  <a:pt x="3251448" y="1709927"/>
                </a:lnTo>
                <a:lnTo>
                  <a:pt x="2676900" y="1709927"/>
                </a:lnTo>
                <a:close/>
                <a:moveTo>
                  <a:pt x="2468874" y="2168652"/>
                </a:moveTo>
                <a:lnTo>
                  <a:pt x="2676900" y="1752600"/>
                </a:lnTo>
                <a:lnTo>
                  <a:pt x="3251448" y="1752600"/>
                </a:lnTo>
                <a:lnTo>
                  <a:pt x="3459474" y="2168652"/>
                </a:lnTo>
                <a:lnTo>
                  <a:pt x="3251448" y="2584704"/>
                </a:lnTo>
                <a:lnTo>
                  <a:pt x="2676900" y="2584704"/>
                </a:lnTo>
                <a:close/>
                <a:moveTo>
                  <a:pt x="2468874" y="416054"/>
                </a:moveTo>
                <a:lnTo>
                  <a:pt x="2676900" y="2"/>
                </a:lnTo>
                <a:lnTo>
                  <a:pt x="3251448" y="2"/>
                </a:lnTo>
                <a:lnTo>
                  <a:pt x="3459474" y="416054"/>
                </a:lnTo>
                <a:lnTo>
                  <a:pt x="3251448" y="832106"/>
                </a:lnTo>
                <a:lnTo>
                  <a:pt x="2676900" y="832106"/>
                </a:lnTo>
                <a:close/>
                <a:moveTo>
                  <a:pt x="1645920" y="6106670"/>
                </a:moveTo>
                <a:lnTo>
                  <a:pt x="1853946" y="5690618"/>
                </a:lnTo>
                <a:lnTo>
                  <a:pt x="2428494" y="5690618"/>
                </a:lnTo>
                <a:lnTo>
                  <a:pt x="2636518" y="6106670"/>
                </a:lnTo>
                <a:lnTo>
                  <a:pt x="2428494" y="6522722"/>
                </a:lnTo>
                <a:lnTo>
                  <a:pt x="1853946" y="6522722"/>
                </a:lnTo>
                <a:close/>
                <a:moveTo>
                  <a:pt x="1645920" y="6981446"/>
                </a:moveTo>
                <a:lnTo>
                  <a:pt x="1853946" y="6565394"/>
                </a:lnTo>
                <a:lnTo>
                  <a:pt x="2428494" y="6565394"/>
                </a:lnTo>
                <a:lnTo>
                  <a:pt x="2636518" y="6981446"/>
                </a:lnTo>
                <a:lnTo>
                  <a:pt x="2428494" y="7397498"/>
                </a:lnTo>
                <a:lnTo>
                  <a:pt x="1853946" y="7397498"/>
                </a:lnTo>
                <a:close/>
                <a:moveTo>
                  <a:pt x="1645914" y="5231893"/>
                </a:moveTo>
                <a:lnTo>
                  <a:pt x="1853940" y="4815841"/>
                </a:lnTo>
                <a:lnTo>
                  <a:pt x="2428488" y="4815841"/>
                </a:lnTo>
                <a:lnTo>
                  <a:pt x="2636514" y="5231893"/>
                </a:lnTo>
                <a:lnTo>
                  <a:pt x="2428488" y="5647945"/>
                </a:lnTo>
                <a:lnTo>
                  <a:pt x="1853940" y="5647945"/>
                </a:lnTo>
                <a:close/>
                <a:moveTo>
                  <a:pt x="1645914" y="4357116"/>
                </a:moveTo>
                <a:lnTo>
                  <a:pt x="1853940" y="3941064"/>
                </a:lnTo>
                <a:lnTo>
                  <a:pt x="2428487" y="3941064"/>
                </a:lnTo>
                <a:lnTo>
                  <a:pt x="2636513" y="4357116"/>
                </a:lnTo>
                <a:lnTo>
                  <a:pt x="2428487" y="4773168"/>
                </a:lnTo>
                <a:lnTo>
                  <a:pt x="1853940" y="4773168"/>
                </a:lnTo>
                <a:close/>
                <a:moveTo>
                  <a:pt x="1645913" y="3482339"/>
                </a:moveTo>
                <a:lnTo>
                  <a:pt x="1853939" y="3066287"/>
                </a:lnTo>
                <a:lnTo>
                  <a:pt x="2428487" y="3066287"/>
                </a:lnTo>
                <a:lnTo>
                  <a:pt x="2636513" y="3482339"/>
                </a:lnTo>
                <a:lnTo>
                  <a:pt x="2428487" y="3898391"/>
                </a:lnTo>
                <a:lnTo>
                  <a:pt x="1853939" y="3898391"/>
                </a:lnTo>
                <a:close/>
                <a:moveTo>
                  <a:pt x="1645913" y="2607562"/>
                </a:moveTo>
                <a:lnTo>
                  <a:pt x="1853939" y="2191510"/>
                </a:lnTo>
                <a:lnTo>
                  <a:pt x="2428487" y="2191510"/>
                </a:lnTo>
                <a:lnTo>
                  <a:pt x="2636513" y="2607562"/>
                </a:lnTo>
                <a:lnTo>
                  <a:pt x="2428487" y="3023614"/>
                </a:lnTo>
                <a:lnTo>
                  <a:pt x="1853939" y="3023614"/>
                </a:lnTo>
                <a:close/>
                <a:moveTo>
                  <a:pt x="1645913" y="1732785"/>
                </a:moveTo>
                <a:lnTo>
                  <a:pt x="1853939" y="1316733"/>
                </a:lnTo>
                <a:lnTo>
                  <a:pt x="2428487" y="1316733"/>
                </a:lnTo>
                <a:lnTo>
                  <a:pt x="2636513" y="1732785"/>
                </a:lnTo>
                <a:lnTo>
                  <a:pt x="2428487" y="2148837"/>
                </a:lnTo>
                <a:lnTo>
                  <a:pt x="1853939" y="2148837"/>
                </a:lnTo>
                <a:close/>
                <a:moveTo>
                  <a:pt x="1645913" y="854964"/>
                </a:moveTo>
                <a:lnTo>
                  <a:pt x="1853939" y="438912"/>
                </a:lnTo>
                <a:lnTo>
                  <a:pt x="2428487" y="438912"/>
                </a:lnTo>
                <a:lnTo>
                  <a:pt x="2636513" y="854964"/>
                </a:lnTo>
                <a:lnTo>
                  <a:pt x="2428487" y="1271016"/>
                </a:lnTo>
                <a:lnTo>
                  <a:pt x="1853939" y="1271016"/>
                </a:lnTo>
                <a:close/>
                <a:moveTo>
                  <a:pt x="822961" y="7417312"/>
                </a:moveTo>
                <a:lnTo>
                  <a:pt x="1030986" y="7001260"/>
                </a:lnTo>
                <a:lnTo>
                  <a:pt x="1605534" y="7001260"/>
                </a:lnTo>
                <a:lnTo>
                  <a:pt x="1813560" y="7417312"/>
                </a:lnTo>
                <a:lnTo>
                  <a:pt x="1605534" y="7833364"/>
                </a:lnTo>
                <a:lnTo>
                  <a:pt x="1030986" y="7833364"/>
                </a:lnTo>
                <a:close/>
                <a:moveTo>
                  <a:pt x="822961" y="6542536"/>
                </a:moveTo>
                <a:lnTo>
                  <a:pt x="1030986" y="6126484"/>
                </a:lnTo>
                <a:lnTo>
                  <a:pt x="1605534" y="6126484"/>
                </a:lnTo>
                <a:lnTo>
                  <a:pt x="1813560" y="6542536"/>
                </a:lnTo>
                <a:lnTo>
                  <a:pt x="1605534" y="6958588"/>
                </a:lnTo>
                <a:lnTo>
                  <a:pt x="1030986" y="6958588"/>
                </a:lnTo>
                <a:close/>
                <a:moveTo>
                  <a:pt x="822960" y="4792983"/>
                </a:moveTo>
                <a:lnTo>
                  <a:pt x="1030986" y="4376931"/>
                </a:lnTo>
                <a:lnTo>
                  <a:pt x="1605534" y="4376931"/>
                </a:lnTo>
                <a:lnTo>
                  <a:pt x="1813560" y="4792983"/>
                </a:lnTo>
                <a:lnTo>
                  <a:pt x="1605534" y="5209035"/>
                </a:lnTo>
                <a:lnTo>
                  <a:pt x="1030986" y="5209035"/>
                </a:lnTo>
                <a:close/>
                <a:moveTo>
                  <a:pt x="822953" y="5667760"/>
                </a:moveTo>
                <a:lnTo>
                  <a:pt x="1030979" y="5251708"/>
                </a:lnTo>
                <a:lnTo>
                  <a:pt x="1605527" y="5251708"/>
                </a:lnTo>
                <a:lnTo>
                  <a:pt x="1813553" y="5667760"/>
                </a:lnTo>
                <a:lnTo>
                  <a:pt x="1605527" y="6083812"/>
                </a:lnTo>
                <a:lnTo>
                  <a:pt x="1030979" y="6083812"/>
                </a:lnTo>
                <a:close/>
                <a:moveTo>
                  <a:pt x="822953" y="3918206"/>
                </a:moveTo>
                <a:lnTo>
                  <a:pt x="1030979" y="3502154"/>
                </a:lnTo>
                <a:lnTo>
                  <a:pt x="1605527" y="3502154"/>
                </a:lnTo>
                <a:lnTo>
                  <a:pt x="1813553" y="3918206"/>
                </a:lnTo>
                <a:lnTo>
                  <a:pt x="1605527" y="4334258"/>
                </a:lnTo>
                <a:lnTo>
                  <a:pt x="1030979" y="4334258"/>
                </a:lnTo>
                <a:close/>
                <a:moveTo>
                  <a:pt x="822953" y="3043429"/>
                </a:moveTo>
                <a:lnTo>
                  <a:pt x="1030979" y="2627377"/>
                </a:lnTo>
                <a:lnTo>
                  <a:pt x="1605527" y="2627377"/>
                </a:lnTo>
                <a:lnTo>
                  <a:pt x="1813553" y="3043429"/>
                </a:lnTo>
                <a:lnTo>
                  <a:pt x="1605527" y="3459481"/>
                </a:lnTo>
                <a:lnTo>
                  <a:pt x="1030979" y="3459481"/>
                </a:lnTo>
                <a:close/>
                <a:moveTo>
                  <a:pt x="822952" y="2168652"/>
                </a:moveTo>
                <a:lnTo>
                  <a:pt x="1030978" y="1752600"/>
                </a:lnTo>
                <a:lnTo>
                  <a:pt x="1605527" y="1752600"/>
                </a:lnTo>
                <a:lnTo>
                  <a:pt x="1813552" y="2168652"/>
                </a:lnTo>
                <a:lnTo>
                  <a:pt x="1605527" y="2584704"/>
                </a:lnTo>
                <a:lnTo>
                  <a:pt x="1030978" y="2584704"/>
                </a:lnTo>
                <a:close/>
                <a:moveTo>
                  <a:pt x="822952" y="1293875"/>
                </a:moveTo>
                <a:lnTo>
                  <a:pt x="1030978" y="877823"/>
                </a:lnTo>
                <a:lnTo>
                  <a:pt x="1605526" y="877823"/>
                </a:lnTo>
                <a:lnTo>
                  <a:pt x="1813552" y="1293875"/>
                </a:lnTo>
                <a:lnTo>
                  <a:pt x="1605526" y="1709927"/>
                </a:lnTo>
                <a:lnTo>
                  <a:pt x="1030978" y="1709927"/>
                </a:lnTo>
                <a:close/>
                <a:moveTo>
                  <a:pt x="822952" y="416054"/>
                </a:moveTo>
                <a:lnTo>
                  <a:pt x="1030978" y="2"/>
                </a:lnTo>
                <a:lnTo>
                  <a:pt x="1605526" y="2"/>
                </a:lnTo>
                <a:lnTo>
                  <a:pt x="1813552" y="416054"/>
                </a:lnTo>
                <a:lnTo>
                  <a:pt x="1605526" y="832106"/>
                </a:lnTo>
                <a:lnTo>
                  <a:pt x="1030978" y="832106"/>
                </a:lnTo>
                <a:close/>
                <a:moveTo>
                  <a:pt x="1" y="7856222"/>
                </a:moveTo>
                <a:lnTo>
                  <a:pt x="208027" y="7440170"/>
                </a:lnTo>
                <a:lnTo>
                  <a:pt x="782574" y="7440170"/>
                </a:lnTo>
                <a:lnTo>
                  <a:pt x="990600" y="7856222"/>
                </a:lnTo>
                <a:lnTo>
                  <a:pt x="782574" y="8272274"/>
                </a:lnTo>
                <a:lnTo>
                  <a:pt x="208027" y="8272274"/>
                </a:lnTo>
                <a:close/>
                <a:moveTo>
                  <a:pt x="1" y="6981446"/>
                </a:moveTo>
                <a:lnTo>
                  <a:pt x="208026" y="6565394"/>
                </a:lnTo>
                <a:lnTo>
                  <a:pt x="782574" y="6565394"/>
                </a:lnTo>
                <a:lnTo>
                  <a:pt x="990600" y="6981446"/>
                </a:lnTo>
                <a:lnTo>
                  <a:pt x="782574" y="7397498"/>
                </a:lnTo>
                <a:lnTo>
                  <a:pt x="208026" y="7397498"/>
                </a:lnTo>
                <a:close/>
                <a:moveTo>
                  <a:pt x="0" y="6106670"/>
                </a:moveTo>
                <a:lnTo>
                  <a:pt x="208026" y="5690618"/>
                </a:lnTo>
                <a:lnTo>
                  <a:pt x="782574" y="5690618"/>
                </a:lnTo>
                <a:lnTo>
                  <a:pt x="990600" y="6106670"/>
                </a:lnTo>
                <a:lnTo>
                  <a:pt x="782574" y="6522722"/>
                </a:lnTo>
                <a:lnTo>
                  <a:pt x="208026" y="6522722"/>
                </a:lnTo>
                <a:close/>
                <a:moveTo>
                  <a:pt x="0" y="5231893"/>
                </a:moveTo>
                <a:lnTo>
                  <a:pt x="208026" y="4815841"/>
                </a:lnTo>
                <a:lnTo>
                  <a:pt x="782574" y="4815841"/>
                </a:lnTo>
                <a:lnTo>
                  <a:pt x="990600" y="5231893"/>
                </a:lnTo>
                <a:lnTo>
                  <a:pt x="782574" y="5647945"/>
                </a:lnTo>
                <a:lnTo>
                  <a:pt x="208026" y="5647945"/>
                </a:lnTo>
                <a:close/>
                <a:moveTo>
                  <a:pt x="0" y="4357116"/>
                </a:moveTo>
                <a:lnTo>
                  <a:pt x="208026" y="3941064"/>
                </a:lnTo>
                <a:lnTo>
                  <a:pt x="782574" y="3941064"/>
                </a:lnTo>
                <a:lnTo>
                  <a:pt x="990600" y="4357116"/>
                </a:lnTo>
                <a:lnTo>
                  <a:pt x="782574" y="4773168"/>
                </a:lnTo>
                <a:lnTo>
                  <a:pt x="208026" y="4773168"/>
                </a:lnTo>
                <a:close/>
                <a:moveTo>
                  <a:pt x="0" y="3482339"/>
                </a:moveTo>
                <a:lnTo>
                  <a:pt x="208026" y="3066287"/>
                </a:lnTo>
                <a:lnTo>
                  <a:pt x="782573" y="3066287"/>
                </a:lnTo>
                <a:lnTo>
                  <a:pt x="990599" y="3482339"/>
                </a:lnTo>
                <a:lnTo>
                  <a:pt x="782573" y="3898391"/>
                </a:lnTo>
                <a:lnTo>
                  <a:pt x="208026" y="3898391"/>
                </a:lnTo>
                <a:close/>
                <a:moveTo>
                  <a:pt x="0" y="2607562"/>
                </a:moveTo>
                <a:lnTo>
                  <a:pt x="208026" y="2191510"/>
                </a:lnTo>
                <a:lnTo>
                  <a:pt x="782573" y="2191510"/>
                </a:lnTo>
                <a:lnTo>
                  <a:pt x="990599" y="2607562"/>
                </a:lnTo>
                <a:lnTo>
                  <a:pt x="782573" y="3023614"/>
                </a:lnTo>
                <a:lnTo>
                  <a:pt x="208026" y="3023614"/>
                </a:lnTo>
                <a:close/>
                <a:moveTo>
                  <a:pt x="0" y="1732785"/>
                </a:moveTo>
                <a:lnTo>
                  <a:pt x="208026" y="1316733"/>
                </a:lnTo>
                <a:lnTo>
                  <a:pt x="782573" y="1316733"/>
                </a:lnTo>
                <a:lnTo>
                  <a:pt x="990599" y="1732785"/>
                </a:lnTo>
                <a:lnTo>
                  <a:pt x="782573" y="2148837"/>
                </a:lnTo>
                <a:lnTo>
                  <a:pt x="208026" y="2148837"/>
                </a:lnTo>
                <a:close/>
                <a:moveTo>
                  <a:pt x="0" y="854964"/>
                </a:moveTo>
                <a:lnTo>
                  <a:pt x="208025" y="438912"/>
                </a:lnTo>
                <a:lnTo>
                  <a:pt x="782573" y="438912"/>
                </a:lnTo>
                <a:lnTo>
                  <a:pt x="990599" y="854964"/>
                </a:lnTo>
                <a:lnTo>
                  <a:pt x="782573" y="1271016"/>
                </a:lnTo>
                <a:lnTo>
                  <a:pt x="208025" y="1271016"/>
                </a:lnTo>
                <a:close/>
              </a:path>
            </a:pathLst>
          </a:custGeom>
          <a:blipFill>
            <a:blip r:embed="rId2"/>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Rectangle 1">
            <a:extLst>
              <a:ext uri="{FF2B5EF4-FFF2-40B4-BE49-F238E27FC236}">
                <a16:creationId xmlns:a16="http://schemas.microsoft.com/office/drawing/2014/main" id="{DA9ED96D-F330-6374-7D9C-0185A5188C7B}"/>
              </a:ext>
            </a:extLst>
          </p:cNvPr>
          <p:cNvSpPr txBox="1">
            <a:spLocks noChangeArrowheads="1"/>
          </p:cNvSpPr>
          <p:nvPr/>
        </p:nvSpPr>
        <p:spPr bwMode="auto">
          <a:xfrm>
            <a:off x="-2743200" y="4136669"/>
            <a:ext cx="2286000" cy="2311789"/>
          </a:xfrm>
          <a:prstGeom prst="rect">
            <a:avLst/>
          </a:prstGeom>
          <a:solidFill>
            <a:srgbClr val="FFFFFF">
              <a:alpha val="0"/>
            </a:srgbClr>
          </a:solidFill>
          <a:ln>
            <a:noFill/>
          </a:ln>
          <a:effectLst/>
        </p:spPr>
        <p:txBody>
          <a:bodyPr vert="horz" wrap="square" lIns="63378" tIns="0" rIns="63378" bIns="31688"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50000"/>
              </a:lnSpc>
              <a:spcAft>
                <a:spcPct val="0"/>
              </a:spcAft>
            </a:pPr>
            <a:r>
              <a:rPr lang="en-US" sz="1000" i="1" dirty="0">
                <a:solidFill>
                  <a:srgbClr val="0F71EB"/>
                </a:solidFill>
                <a:latin typeface="Arial" panose="020B0604020202020204" pitchFamily="34" charset="0"/>
                <a:cs typeface="Arial" panose="020B0604020202020204" pitchFamily="34" charset="0"/>
              </a:rPr>
              <a:t>"Thanks for watching! </a:t>
            </a:r>
          </a:p>
          <a:p>
            <a:pPr eaLnBrk="0" fontAlgn="base" hangingPunct="0">
              <a:lnSpc>
                <a:spcPct val="150000"/>
              </a:lnSpc>
              <a:spcAft>
                <a:spcPct val="0"/>
              </a:spcAft>
            </a:pPr>
            <a:r>
              <a:rPr lang="en-US" sz="1000" i="1" dirty="0">
                <a:solidFill>
                  <a:srgbClr val="0F71EB"/>
                </a:solidFill>
                <a:latin typeface="Arial" panose="020B0604020202020204" pitchFamily="34" charset="0"/>
                <a:cs typeface="Arial" panose="020B0604020202020204" pitchFamily="34" charset="0"/>
              </a:rPr>
              <a:t>If you enjoyed this video, make sure to hit the like button and subscribe to stay updated with my latest content. </a:t>
            </a:r>
          </a:p>
          <a:p>
            <a:pPr eaLnBrk="0" fontAlgn="base" hangingPunct="0">
              <a:lnSpc>
                <a:spcPct val="150000"/>
              </a:lnSpc>
              <a:spcAft>
                <a:spcPct val="0"/>
              </a:spcAft>
            </a:pPr>
            <a:r>
              <a:rPr lang="en-US" sz="1000" i="1" dirty="0">
                <a:latin typeface="Arial" panose="020B0604020202020204" pitchFamily="34" charset="0"/>
                <a:cs typeface="Arial" panose="020B0604020202020204" pitchFamily="34" charset="0"/>
              </a:rPr>
              <a:t>Don't forget to check out my other videos for more tips and tutorials on Embedded C, Python, hardware designs, etc. Keep exploring, keep learning, and I’ll see you in the next video!"</a:t>
            </a:r>
          </a:p>
        </p:txBody>
      </p:sp>
      <p:pic>
        <p:nvPicPr>
          <p:cNvPr id="7" name="Picture 6" descr="A purple book with a purple circle around it&#10;&#10;AI-generated content may be incorrect.">
            <a:extLst>
              <a:ext uri="{FF2B5EF4-FFF2-40B4-BE49-F238E27FC236}">
                <a16:creationId xmlns:a16="http://schemas.microsoft.com/office/drawing/2014/main" id="{6C449E47-ABCC-FE5B-DAEF-39250D296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56366" y="-1981200"/>
            <a:ext cx="2059669" cy="1817051"/>
          </a:xfrm>
          <a:prstGeom prst="roundRect">
            <a:avLst/>
          </a:prstGeom>
          <a:ln>
            <a:solidFill>
              <a:srgbClr val="7030A0"/>
            </a:solidFill>
          </a:ln>
        </p:spPr>
      </p:pic>
      <p:sp>
        <p:nvSpPr>
          <p:cNvPr id="9" name="TextBox 8">
            <a:extLst>
              <a:ext uri="{FF2B5EF4-FFF2-40B4-BE49-F238E27FC236}">
                <a16:creationId xmlns:a16="http://schemas.microsoft.com/office/drawing/2014/main" id="{C235F884-EBDC-DB20-BF40-6016C888EE1F}"/>
              </a:ext>
            </a:extLst>
          </p:cNvPr>
          <p:cNvSpPr txBox="1"/>
          <p:nvPr/>
        </p:nvSpPr>
        <p:spPr>
          <a:xfrm>
            <a:off x="91440" y="10245804"/>
            <a:ext cx="7589520" cy="1107996"/>
          </a:xfrm>
          <a:prstGeom prst="rect">
            <a:avLst/>
          </a:prstGeom>
          <a:noFill/>
        </p:spPr>
        <p:txBody>
          <a:bodyPr wrap="square" rtlCol="0">
            <a:spAutoFit/>
          </a:bodyPr>
          <a:lstStyle/>
          <a:p>
            <a:pPr algn="ctr"/>
            <a:r>
              <a:rPr lang="en-US" sz="2200" spc="185" dirty="0">
                <a:latin typeface="Tenorite (Body)"/>
                <a:cs typeface="Arial" panose="020B0604020202020204" pitchFamily="34" charset="0"/>
                <a:hlinkClick r:id="rId4"/>
              </a:rPr>
              <a:t>https://www.linkedin.com/in/yamil-garcia</a:t>
            </a:r>
            <a:endParaRPr lang="en-US" sz="2200" spc="185" dirty="0">
              <a:latin typeface="Tenorite (Body)"/>
              <a:cs typeface="Arial" panose="020B0604020202020204" pitchFamily="34" charset="0"/>
              <a:hlinkClick r:id="" action="ppaction://noaction"/>
            </a:endParaRPr>
          </a:p>
          <a:p>
            <a:pPr algn="ctr"/>
            <a:r>
              <a:rPr lang="en-US" sz="2200" spc="185" dirty="0">
                <a:latin typeface="Tenorite (Body)"/>
                <a:cs typeface="Arial" panose="020B0604020202020204" pitchFamily="34" charset="0"/>
                <a:hlinkClick r:id="" action="ppaction://noaction"/>
              </a:rPr>
              <a:t>https://www.youtube.com/@LearningByTutorials</a:t>
            </a:r>
            <a:endParaRPr lang="en-US" sz="2200" spc="185" dirty="0">
              <a:latin typeface="Tenorite (Body)"/>
              <a:cs typeface="Arial" panose="020B0604020202020204" pitchFamily="34" charset="0"/>
            </a:endParaRPr>
          </a:p>
          <a:p>
            <a:pPr algn="ctr"/>
            <a:r>
              <a:rPr lang="en-US" sz="2200" spc="185" dirty="0">
                <a:latin typeface="Tenorite (Body)"/>
                <a:cs typeface="Arial" panose="020B0604020202020204" pitchFamily="34" charset="0"/>
                <a:hlinkClick r:id="rId5"/>
              </a:rPr>
              <a:t>https://github.com/god233012yamil</a:t>
            </a:r>
            <a:endParaRPr lang="en-US" sz="2200" spc="185" dirty="0">
              <a:latin typeface="Tenorite (Body)"/>
              <a:cs typeface="Arial" panose="020B0604020202020204" pitchFamily="34" charset="0"/>
            </a:endParaRPr>
          </a:p>
        </p:txBody>
      </p:sp>
    </p:spTree>
    <p:extLst>
      <p:ext uri="{BB962C8B-B14F-4D97-AF65-F5344CB8AC3E}">
        <p14:creationId xmlns:p14="http://schemas.microsoft.com/office/powerpoint/2010/main" val="2920760130"/>
      </p:ext>
    </p:extLst>
  </p:cSld>
  <p:clrMapOvr>
    <a:masterClrMapping/>
  </p:clrMapOvr>
  <mc:AlternateContent xmlns:mc="http://schemas.openxmlformats.org/markup-compatibility/2006">
    <mc:Choice xmlns:p159="http://schemas.microsoft.com/office/powerpoint/2015/09/main" Requires="p159">
      <p:transition spd="med" advClick="0" advTm="1000">
        <p159:morph option="byObject"/>
      </p:transition>
    </mc:Choice>
    <mc:Fallback>
      <p:transition spd="med" advClick="0" advTm="100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65D12-4421-1FAF-F3F6-BAAC89E01E4A}"/>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4B27E895-8BC1-B997-1302-A05E1B13F8AE}"/>
              </a:ext>
            </a:extLst>
          </p:cNvPr>
          <p:cNvSpPr txBox="1">
            <a:spLocks noChangeArrowheads="1"/>
          </p:cNvSpPr>
          <p:nvPr/>
        </p:nvSpPr>
        <p:spPr bwMode="auto">
          <a:xfrm>
            <a:off x="228600" y="2203127"/>
            <a:ext cx="7315200" cy="6178873"/>
          </a:xfrm>
          <a:prstGeom prst="rect">
            <a:avLst/>
          </a:prstGeom>
          <a:solidFill>
            <a:srgbClr val="FFFFFF">
              <a:alpha val="0"/>
            </a:srgbClr>
          </a:solidFill>
          <a:ln>
            <a:noFill/>
          </a:ln>
          <a:effectLst/>
        </p:spPr>
        <p:txBody>
          <a:bodyPr vert="horz" wrap="square" lIns="63378" tIns="0" rIns="63378" bIns="31688" numCol="1" rtlCol="0" anchor="ctr" anchorCtr="0" compatLnSpc="1">
            <a:prstTxWarp prst="textNoShape">
              <a:avLst/>
            </a:prstTxWarp>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eaLnBrk="0" fontAlgn="base" hangingPunct="0">
              <a:lnSpc>
                <a:spcPct val="150000"/>
              </a:lnSpc>
              <a:spcAft>
                <a:spcPct val="0"/>
              </a:spcAft>
            </a:pPr>
            <a:r>
              <a:rPr lang="en-US" sz="3000" i="1" dirty="0">
                <a:solidFill>
                  <a:srgbClr val="0F71EB"/>
                </a:solidFill>
                <a:latin typeface="Arial" panose="020B0604020202020204" pitchFamily="34" charset="0"/>
                <a:cs typeface="Arial" panose="020B0604020202020204" pitchFamily="34" charset="0"/>
              </a:rPr>
              <a:t>"Thanks for watching! </a:t>
            </a:r>
          </a:p>
          <a:p>
            <a:pPr eaLnBrk="0" fontAlgn="base" hangingPunct="0">
              <a:lnSpc>
                <a:spcPct val="150000"/>
              </a:lnSpc>
              <a:spcAft>
                <a:spcPct val="0"/>
              </a:spcAft>
            </a:pPr>
            <a:r>
              <a:rPr lang="en-US" sz="3000" i="1" dirty="0">
                <a:solidFill>
                  <a:srgbClr val="0F71EB"/>
                </a:solidFill>
                <a:latin typeface="Arial" panose="020B0604020202020204" pitchFamily="34" charset="0"/>
                <a:cs typeface="Arial" panose="020B0604020202020204" pitchFamily="34" charset="0"/>
              </a:rPr>
              <a:t>If you enjoyed this video, make sure to hit the like button and subscribe to stay updated with my latest content. </a:t>
            </a:r>
          </a:p>
          <a:p>
            <a:pPr eaLnBrk="0" fontAlgn="base" hangingPunct="0">
              <a:lnSpc>
                <a:spcPct val="150000"/>
              </a:lnSpc>
              <a:spcAft>
                <a:spcPct val="0"/>
              </a:spcAft>
            </a:pPr>
            <a:r>
              <a:rPr lang="en-US" sz="3000" i="1" dirty="0">
                <a:latin typeface="Arial" panose="020B0604020202020204" pitchFamily="34" charset="0"/>
                <a:cs typeface="Arial" panose="020B0604020202020204" pitchFamily="34" charset="0"/>
              </a:rPr>
              <a:t>Don't forget to check out my other videos for more tips and tutorials on Embedded C, Python, hardware designs, etc. Keep exploring, keep learning, and I’ll see you in the next video!"</a:t>
            </a:r>
          </a:p>
        </p:txBody>
      </p:sp>
      <p:pic>
        <p:nvPicPr>
          <p:cNvPr id="2" name="Picture 1" descr="A purple book with a purple circle around it&#10;&#10;AI-generated content may be incorrect.">
            <a:extLst>
              <a:ext uri="{FF2B5EF4-FFF2-40B4-BE49-F238E27FC236}">
                <a16:creationId xmlns:a16="http://schemas.microsoft.com/office/drawing/2014/main" id="{A8B4B835-CE56-5955-F4E0-2D6397D4CA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6366" y="240348"/>
            <a:ext cx="2059669" cy="1817051"/>
          </a:xfrm>
          <a:prstGeom prst="roundRect">
            <a:avLst/>
          </a:prstGeom>
          <a:ln>
            <a:solidFill>
              <a:srgbClr val="7030A0"/>
            </a:solidFill>
          </a:ln>
        </p:spPr>
      </p:pic>
      <p:sp>
        <p:nvSpPr>
          <p:cNvPr id="3" name="TextBox 2">
            <a:extLst>
              <a:ext uri="{FF2B5EF4-FFF2-40B4-BE49-F238E27FC236}">
                <a16:creationId xmlns:a16="http://schemas.microsoft.com/office/drawing/2014/main" id="{C570DAC4-1E72-7714-BA85-CDF0536788F9}"/>
              </a:ext>
            </a:extLst>
          </p:cNvPr>
          <p:cNvSpPr txBox="1"/>
          <p:nvPr/>
        </p:nvSpPr>
        <p:spPr>
          <a:xfrm>
            <a:off x="91440" y="8721804"/>
            <a:ext cx="7589520" cy="1107996"/>
          </a:xfrm>
          <a:prstGeom prst="rect">
            <a:avLst/>
          </a:prstGeom>
          <a:noFill/>
        </p:spPr>
        <p:txBody>
          <a:bodyPr wrap="square" rtlCol="0">
            <a:spAutoFit/>
          </a:bodyPr>
          <a:lstStyle/>
          <a:p>
            <a:pPr algn="ctr"/>
            <a:r>
              <a:rPr lang="en-US" sz="2200" spc="185" dirty="0">
                <a:latin typeface="Tenorite (Body)"/>
                <a:cs typeface="Arial" panose="020B0604020202020204" pitchFamily="34" charset="0"/>
                <a:hlinkClick r:id="rId3"/>
              </a:rPr>
              <a:t>https://www.linkedin.com/in/yamil-garcia</a:t>
            </a:r>
            <a:endParaRPr lang="en-US" sz="2200" spc="185" dirty="0">
              <a:latin typeface="Tenorite (Body)"/>
              <a:cs typeface="Arial" panose="020B0604020202020204" pitchFamily="34" charset="0"/>
              <a:hlinkClick r:id="" action="ppaction://noaction"/>
            </a:endParaRPr>
          </a:p>
          <a:p>
            <a:pPr algn="ctr"/>
            <a:r>
              <a:rPr lang="en-US" sz="2200" spc="185" dirty="0">
                <a:latin typeface="Tenorite (Body)"/>
                <a:cs typeface="Arial" panose="020B0604020202020204" pitchFamily="34" charset="0"/>
                <a:hlinkClick r:id="" action="ppaction://noaction"/>
              </a:rPr>
              <a:t>https://www.youtube.com/@LearningByTutorials</a:t>
            </a:r>
            <a:endParaRPr lang="en-US" sz="2200" spc="185" dirty="0">
              <a:latin typeface="Tenorite (Body)"/>
              <a:cs typeface="Arial" panose="020B0604020202020204" pitchFamily="34" charset="0"/>
            </a:endParaRPr>
          </a:p>
          <a:p>
            <a:pPr algn="ctr"/>
            <a:r>
              <a:rPr lang="en-US" sz="2200" spc="185" dirty="0">
                <a:latin typeface="Tenorite (Body)"/>
                <a:cs typeface="Arial" panose="020B0604020202020204" pitchFamily="34" charset="0"/>
                <a:hlinkClick r:id="rId4"/>
              </a:rPr>
              <a:t>https://github.com/god233012yamil</a:t>
            </a:r>
            <a:endParaRPr lang="en-US" sz="2200" spc="185" dirty="0">
              <a:latin typeface="Tenorite (Body)"/>
              <a:cs typeface="Arial" panose="020B0604020202020204" pitchFamily="34" charset="0"/>
            </a:endParaRPr>
          </a:p>
        </p:txBody>
      </p:sp>
    </p:spTree>
    <p:extLst>
      <p:ext uri="{BB962C8B-B14F-4D97-AF65-F5344CB8AC3E}">
        <p14:creationId xmlns:p14="http://schemas.microsoft.com/office/powerpoint/2010/main" val="432174502"/>
      </p:ext>
    </p:extLst>
  </p:cSld>
  <p:clrMapOvr>
    <a:masterClrMapping/>
  </p:clrMapOvr>
  <mc:AlternateContent xmlns:mc="http://schemas.openxmlformats.org/markup-compatibility/2006" xmlns:p159="http://schemas.microsoft.com/office/powerpoint/2015/09/main">
    <mc:Choice Requires="p159">
      <p:transition spd="med" advClick="0" advTm="1000">
        <p159:morph option="byObject"/>
      </p:transition>
    </mc:Choice>
    <mc:Fallback xmlns="">
      <p:transition spd="med" advClick="0" advTm="1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082F4C1B1FEA3498002D0074642B244" ma:contentTypeVersion="9" ma:contentTypeDescription="Create a new document." ma:contentTypeScope="" ma:versionID="96875a347da06cf031f2c4700710ea19">
  <xsd:schema xmlns:xsd="http://www.w3.org/2001/XMLSchema" xmlns:xs="http://www.w3.org/2001/XMLSchema" xmlns:p="http://schemas.microsoft.com/office/2006/metadata/properties" xmlns:ns3="49617be7-83e3-419b-8f5e-4713ad2eb8cc" targetNamespace="http://schemas.microsoft.com/office/2006/metadata/properties" ma:root="true" ma:fieldsID="e0ba8e15b4c30c6c319bec239b309026" ns3:_="">
    <xsd:import namespace="49617be7-83e3-419b-8f5e-4713ad2eb8c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617be7-83e3-419b-8f5e-4713ad2eb8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78E57A-F7E6-4B69-B864-92029CC10278}">
  <ds:schemaRefs>
    <ds:schemaRef ds:uri="http://schemas.microsoft.com/sharepoint/v3/contenttype/forms"/>
  </ds:schemaRefs>
</ds:datastoreItem>
</file>

<file path=customXml/itemProps2.xml><?xml version="1.0" encoding="utf-8"?>
<ds:datastoreItem xmlns:ds="http://schemas.openxmlformats.org/officeDocument/2006/customXml" ds:itemID="{CBF76C7B-C767-4206-982F-737E5811A6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617be7-83e3-419b-8f5e-4713ad2eb8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81A2E9-99CD-45F3-8666-839969BB3CA9}">
  <ds:schemaRefs>
    <ds:schemaRef ds:uri="http://schemas.openxmlformats.org/package/2006/metadata/core-properties"/>
    <ds:schemaRef ds:uri="http://schemas.microsoft.com/office/2006/documentManagement/types"/>
    <ds:schemaRef ds:uri="49617be7-83e3-419b-8f5e-4713ad2eb8cc"/>
    <ds:schemaRef ds:uri="http://schemas.microsoft.com/office/infopath/2007/PartnerControls"/>
    <ds:schemaRef ds:uri="http://purl.org/dc/elements/1.1/"/>
    <ds:schemaRef ds:uri="http://schemas.microsoft.com/office/2006/metadata/properties"/>
    <ds:schemaRef ds:uri="http://purl.org/dc/term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53065</TotalTime>
  <Words>1736</Words>
  <Application>Microsoft Office PowerPoint</Application>
  <PresentationFormat>Custom</PresentationFormat>
  <Paragraphs>274</Paragraphs>
  <Slides>27</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Tenorite (Body)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Yamil Garcia</Manager>
  <Company>Learning By Tutorial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28 – Real-Time Performance Optimizations</dc:title>
  <dc:subject>Day 28 – Real-Time Performance Optimizations</dc:subject>
  <dc:creator>Yamil Garcia</dc:creator>
  <cp:keywords>ESP32;FreeRTOS;ESP-IDF;Queue;Queues</cp:keywords>
  <cp:lastModifiedBy>Yamil Garcia</cp:lastModifiedBy>
  <cp:revision>4502</cp:revision>
  <dcterms:created xsi:type="dcterms:W3CDTF">2023-02-21T12:09:35Z</dcterms:created>
  <dcterms:modified xsi:type="dcterms:W3CDTF">2025-10-04T16:37:52Z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2023-02-15T00:00:00Z</vt:filetime>
  </property>
  <property fmtid="{D5CDD505-2E9C-101B-9397-08002B2CF9AE}" pid="3" name="Creator">
    <vt:lpwstr>Microsoft® PowerPoint® for Microsoft 365</vt:lpwstr>
  </property>
  <property fmtid="{D5CDD505-2E9C-101B-9397-08002B2CF9AE}" pid="4" name="LastSaved">
    <vt:filetime>2023-02-21T00:00:00Z</vt:filetime>
  </property>
  <property fmtid="{D5CDD505-2E9C-101B-9397-08002B2CF9AE}" pid="5" name="ContentTypeId">
    <vt:lpwstr>0x010100E082F4C1B1FEA3498002D0074642B244</vt:lpwstr>
  </property>
</Properties>
</file>